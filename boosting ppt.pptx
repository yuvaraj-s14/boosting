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8" r:id="rId3"/>
    <p:sldId id="275" r:id="rId4"/>
    <p:sldId id="276" r:id="rId5"/>
    <p:sldId id="278" r:id="rId6"/>
    <p:sldId id="274" r:id="rId7"/>
    <p:sldId id="279" r:id="rId8"/>
    <p:sldId id="280" r:id="rId9"/>
    <p:sldId id="277" r:id="rId10"/>
    <p:sldId id="281" r:id="rId11"/>
    <p:sldId id="282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60" d="100"/>
          <a:sy n="60" d="100"/>
        </p:scale>
        <p:origin x="20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8ACFA-416E-1538-BB36-D9475348E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29DD5C-C11C-E29F-28B0-303FA8D950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0EF6C-3F65-D8DD-DB40-417806A1A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A9DF-2DA4-4862-8CF1-069E7335888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57553-2075-9C02-44CA-F90A67C24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DE08B-A396-A8C6-2871-53BAB9BC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6A548-5F8B-4F78-903C-423DE0551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623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EB7C5-ED5B-7F27-7A24-DEBC59D0E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28DEF-1208-A7BB-BBC4-1EA7FE657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C1EA7-74E4-990C-A454-19136BD7D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A9DF-2DA4-4862-8CF1-069E7335888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412F9-43BB-083D-0452-20D3187AE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D1D94-1CF7-71EC-AFBE-58BA83513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6A548-5F8B-4F78-903C-423DE0551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239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6A450-B0C3-2094-F45D-24B7A8AD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9D6C4-7E94-B406-ED8A-472455264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A1760-A786-4FEA-402A-5818E144A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A9DF-2DA4-4862-8CF1-069E7335888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174F3-5BCE-E640-A5B1-36B29EF82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B3C92-FB92-1160-74C0-680F064A4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6A548-5F8B-4F78-903C-423DE0551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372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F50BD-C3A0-6DFD-CFA6-96DBE2418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03215-542E-F0D0-F58B-09D24A59D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EF7031-0AA9-5B2C-F9D6-AF5DCE699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A56795-6A95-B2A3-1666-568335C56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A9DF-2DA4-4862-8CF1-069E7335888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5B28E-39A1-7531-C3EA-4E1ECC584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58416-F50C-11B5-A528-25CB4A55F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6A548-5F8B-4F78-903C-423DE0551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035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55BB-983F-2C26-CA6E-A21F0CBA3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642A4-7931-EBE2-A39E-8A597B631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1743D1-9A1F-2C8A-7056-0F9057D6B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3E531-4887-4206-A912-39629CF318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682B6E-AAA6-EA16-F866-BB1B838A5A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EDB874-9A8A-908F-D4B6-0C334302F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A9DF-2DA4-4862-8CF1-069E7335888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82C21C-B2F4-4646-AC66-92E92535C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07B066-D056-F3B1-FB7F-205DCD937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6A548-5F8B-4F78-903C-423DE0551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060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25528-372D-9F7D-0E01-56430C85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CB6738-24B6-4AB8-ED8F-4CD90F70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A9DF-2DA4-4862-8CF1-069E7335888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D161E5-B21D-FC58-2A38-A46FF8A04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B1A830-6E4C-3261-4B0B-4E521975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6A548-5F8B-4F78-903C-423DE0551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415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F33BF6-6B25-0DE5-CB7B-CD5CA6912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A9DF-2DA4-4862-8CF1-069E7335888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B4F41E-ECD6-1C0F-5C5C-3665B15C9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2301A-4DA2-BFAC-1A24-DD36FE1FC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6A548-5F8B-4F78-903C-423DE0551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166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51391-E4DF-86D2-BC44-BCCE83574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7C622-AAC6-2F8E-C6CE-36E23DE2F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17EAB-03F3-BBA0-985C-95FCB8CD5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810FF-C8EA-B8CD-A4BF-A6FA6BA9C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A9DF-2DA4-4862-8CF1-069E7335888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A9639-1389-D840-8A09-FFED3581F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F8236-05D6-35AA-65C9-448EB383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6A548-5F8B-4F78-903C-423DE0551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816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FD60A-C7EA-DBE3-47F2-97AE08E54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B1EAB1-5D5E-6543-409B-60972A71C2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8D633-BE0D-CBFB-4BC8-41E6DCE69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704B0F-D9C1-320B-6E0B-D61AD441C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A9DF-2DA4-4862-8CF1-069E7335888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BE13A-D095-88F4-1212-8AD18B10C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8068CA-A61C-6901-BD45-47FD1DB99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6A548-5F8B-4F78-903C-423DE0551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6819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6F7B4-33C7-38D1-F0DB-7D82C108D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6E4DA4-D7E4-1486-CFBA-E12AEC66E9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7E17E-1CD2-C0D6-308B-EB340F703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A9DF-2DA4-4862-8CF1-069E7335888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A2C43-40E4-8D90-EE6C-80D22AFA2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2DA31-50D3-F3BA-080A-1A5FCE655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6A548-5F8B-4F78-903C-423DE0551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240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002DF3-0F11-CFB0-ABD5-B07BCCFB21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2A66F-089B-3C33-951B-55ADFD0AE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32E47-56BD-1FEA-AAD0-E319A5C40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A9DF-2DA4-4862-8CF1-069E7335888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3C8EB-8A14-388E-702E-99E45EB4B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1E337-7657-C44E-8CBF-0787C02C0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6A548-5F8B-4F78-903C-423DE0551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353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AD739E-AE41-1453-95A3-E4A050D97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8015A-D3F4-106A-0845-681A627ED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81FC8-707F-53FE-DBC9-EBC7B80BA9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4A9DF-2DA4-4862-8CF1-069E7335888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C40D3-D45D-E7B0-B664-CEE3EAB232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A1380-38F1-8733-642F-02D036573C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56A548-5F8B-4F78-903C-423DE0551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967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9EB0FD16-689C-476C-8309-C7173C257513}"/>
              </a:ext>
            </a:extLst>
          </p:cNvPr>
          <p:cNvSpPr txBox="1"/>
          <p:nvPr/>
        </p:nvSpPr>
        <p:spPr>
          <a:xfrm>
            <a:off x="3942996" y="1338291"/>
            <a:ext cx="727891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800" dirty="0">
                <a:solidFill>
                  <a:srgbClr val="FF5969"/>
                </a:solidFill>
                <a:latin typeface="Tw Cen MT" panose="020B0602020104020603" pitchFamily="34" charset="0"/>
              </a:rPr>
              <a:t>Boosting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12CB825-EAFB-4901-8C7E-D5477E0D31C8}"/>
              </a:ext>
            </a:extLst>
          </p:cNvPr>
          <p:cNvGrpSpPr/>
          <p:nvPr/>
        </p:nvGrpSpPr>
        <p:grpSpPr>
          <a:xfrm>
            <a:off x="5556262" y="4639716"/>
            <a:ext cx="4140553" cy="451824"/>
            <a:chOff x="4679586" y="878988"/>
            <a:chExt cx="1745757" cy="19050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88C5CD2-8D88-4E1A-968C-C3E256B4316C}"/>
                </a:ext>
              </a:extLst>
            </p:cNvPr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9CA212B-3524-454E-9129-17FD0E8983F0}"/>
                </a:ext>
              </a:extLst>
            </p:cNvPr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487D07D-4424-43AA-9CF5-4A04A38B6C2D}"/>
                </a:ext>
              </a:extLst>
            </p:cNvPr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51E021E3-C26E-4AB9-81EB-239E3D1BBAB2}"/>
                </a:ext>
              </a:extLst>
            </p:cNvPr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5AD4D6E-2D38-486B-8F61-738D1E4773C2}"/>
                </a:ext>
              </a:extLst>
            </p:cNvPr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D88F111D-10A0-4CCB-B20B-B33508AA6193}"/>
                </a:ext>
              </a:extLst>
            </p:cNvPr>
            <p:cNvSpPr/>
            <p:nvPr/>
          </p:nvSpPr>
          <p:spPr>
            <a:xfrm>
              <a:off x="6234843" y="878988"/>
              <a:ext cx="190500" cy="190500"/>
            </a:xfrm>
            <a:prstGeom prst="ellipse">
              <a:avLst/>
            </a:pr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4F202974-31A3-4642-B671-F0DBBB7B4663}"/>
              </a:ext>
            </a:extLst>
          </p:cNvPr>
          <p:cNvSpPr txBox="1"/>
          <p:nvPr/>
        </p:nvSpPr>
        <p:spPr>
          <a:xfrm>
            <a:off x="3987082" y="3010736"/>
            <a:ext cx="7278915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100" dirty="0">
                <a:solidFill>
                  <a:srgbClr val="52CBBE"/>
                </a:solidFill>
                <a:latin typeface="Tw Cen MT" panose="020B0602020104020603" pitchFamily="34" charset="0"/>
              </a:rPr>
              <a:t>Algorithm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8A16B82-6A3C-46F5-8D32-072FDF89864A}"/>
              </a:ext>
            </a:extLst>
          </p:cNvPr>
          <p:cNvGrpSpPr/>
          <p:nvPr/>
        </p:nvGrpSpPr>
        <p:grpSpPr>
          <a:xfrm>
            <a:off x="-9302800" y="0"/>
            <a:ext cx="12482920" cy="6858000"/>
            <a:chOff x="-290920" y="0"/>
            <a:chExt cx="1248292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F391CEE-E392-4A9D-BD11-6954B994FB42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AC43ACA-5000-40E2-80D3-19833F9F1A3F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022673-C77C-4E8F-AF41-8B283703E87E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Intro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8AD023B-AE8D-405F-90E6-27B0D4707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9A27401-3327-4871-86AC-B461CA62C3AC}"/>
              </a:ext>
            </a:extLst>
          </p:cNvPr>
          <p:cNvGrpSpPr/>
          <p:nvPr/>
        </p:nvGrpSpPr>
        <p:grpSpPr>
          <a:xfrm>
            <a:off x="-8798784" y="0"/>
            <a:ext cx="11447501" cy="6858000"/>
            <a:chOff x="213096" y="0"/>
            <a:chExt cx="11447501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6C029B-A799-4206-A656-A006D8F8399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328131-EC42-4D6D-A247-91FD3D23E58C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A728384-87ED-4E87-8F78-97EB653FDC67}"/>
                </a:ext>
              </a:extLst>
            </p:cNvPr>
            <p:cNvSpPr txBox="1"/>
            <p:nvPr/>
          </p:nvSpPr>
          <p:spPr>
            <a:xfrm rot="16200000">
              <a:off x="10341391" y="3136612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Ada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B44F548-697F-412D-9B99-861C27246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0099890-786A-4F87-960D-5DADE5168909}"/>
              </a:ext>
            </a:extLst>
          </p:cNvPr>
          <p:cNvGrpSpPr/>
          <p:nvPr/>
        </p:nvGrpSpPr>
        <p:grpSpPr>
          <a:xfrm>
            <a:off x="-7847639" y="0"/>
            <a:ext cx="9961092" cy="6858000"/>
            <a:chOff x="491575" y="0"/>
            <a:chExt cx="9961092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E9AAB1E-3A13-4745-A574-9EE6806378C9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BC0F905-3F71-4932-B130-39D508C4D117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3EC5869-A976-4328-A864-2BB04E7E7BFC}"/>
                </a:ext>
              </a:extLst>
            </p:cNvPr>
            <p:cNvSpPr txBox="1"/>
            <p:nvPr/>
          </p:nvSpPr>
          <p:spPr>
            <a:xfrm rot="16200000">
              <a:off x="9117129" y="3251166"/>
              <a:ext cx="1992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 boost</a:t>
              </a:r>
              <a:endParaRPr lang="en-US" sz="32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7C8E4AB7-ADC0-4FEE-AE7A-994F5DAD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E4F6447-6163-4D6A-A8D2-BD63B6CB3A42}"/>
              </a:ext>
            </a:extLst>
          </p:cNvPr>
          <p:cNvGrpSpPr/>
          <p:nvPr/>
        </p:nvGrpSpPr>
        <p:grpSpPr>
          <a:xfrm>
            <a:off x="-7985197" y="0"/>
            <a:ext cx="9574094" cy="6858000"/>
            <a:chOff x="491575" y="0"/>
            <a:chExt cx="9574094" cy="68580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CB8CB55-9DEC-4367-900E-7257FE1B874F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DBAEDD6-7153-4AFF-BDC7-5A225B4B5642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2F9D37B-DE70-4087-8A7F-BBA0BAF5B6CF}"/>
                </a:ext>
              </a:extLst>
            </p:cNvPr>
            <p:cNvSpPr txBox="1"/>
            <p:nvPr/>
          </p:nvSpPr>
          <p:spPr>
            <a:xfrm rot="16200000">
              <a:off x="8746453" y="3220388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LG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6FA13E8D-3FCC-4EC2-BD8C-6CE7CA0EC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71382190-201C-4BAE-91F3-296A26671C96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FD3EE0D-FD02-4885-9AC0-03F414A9888F}"/>
              </a:ext>
            </a:extLst>
          </p:cNvPr>
          <p:cNvGrpSpPr/>
          <p:nvPr/>
        </p:nvGrpSpPr>
        <p:grpSpPr>
          <a:xfrm>
            <a:off x="-7638543" y="-1"/>
            <a:ext cx="8692331" cy="6858000"/>
            <a:chOff x="718505" y="-1"/>
            <a:chExt cx="8692331" cy="685800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0A9D552-2EF0-4DB4-9DC6-F52F2FD55E3C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A27D1F1-923F-4591-A07A-39E775B734F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E895421-2372-4C7F-93D2-3B0353A6E7BD}"/>
                </a:ext>
              </a:extLst>
            </p:cNvPr>
            <p:cNvSpPr txBox="1"/>
            <p:nvPr/>
          </p:nvSpPr>
          <p:spPr>
            <a:xfrm rot="16200000">
              <a:off x="8091629" y="3312719"/>
              <a:ext cx="19920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XG, LG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A9D6167-F7B8-4BFF-8BC5-2D13EF0C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6789F00-2688-429D-926C-15F83152FDBE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F862AB6-114D-4C6A-B849-5A11B3650265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0105858-8A3E-4676-96A7-18C1A74E36F4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A634BD7-1512-45B6-AFE4-1EEA636625CB}"/>
                </a:ext>
              </a:extLst>
            </p:cNvPr>
            <p:cNvSpPr txBox="1"/>
            <p:nvPr/>
          </p:nvSpPr>
          <p:spPr>
            <a:xfrm rot="16200000">
              <a:off x="-738260" y="3220386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Summary</a:t>
              </a: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F08704A4-CABE-4989-8BF7-C10A6BB40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8661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066ACF4C-6F8C-46FC-8362-2E05C90EEAFA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F373113-18F1-4443-9A8E-5EF06C1D2FEA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F99D053-FB83-41F1-B2CB-C10918BC99BC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F4373C1-3934-47C3-8F36-E2FB2615CA87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Intro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5A5E18E8-5A3E-4F1D-8254-6193AA55C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50C247F-7990-4945-869D-5E2A900F477F}"/>
              </a:ext>
            </a:extLst>
          </p:cNvPr>
          <p:cNvGrpSpPr/>
          <p:nvPr/>
        </p:nvGrpSpPr>
        <p:grpSpPr>
          <a:xfrm>
            <a:off x="-8798784" y="0"/>
            <a:ext cx="11447501" cy="6858000"/>
            <a:chOff x="213096" y="0"/>
            <a:chExt cx="11447501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D2C93AC-EBE3-4E67-A867-76D5D6BEDB1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5DBD2B9-E73C-4AE9-91C9-698379867E98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D6BDC4B-8313-4203-9F42-C28AC214EB64}"/>
                </a:ext>
              </a:extLst>
            </p:cNvPr>
            <p:cNvSpPr txBox="1"/>
            <p:nvPr/>
          </p:nvSpPr>
          <p:spPr>
            <a:xfrm rot="16200000">
              <a:off x="10341391" y="3167389"/>
              <a:ext cx="1992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Ada boost</a:t>
              </a:r>
              <a:endParaRPr lang="en-US" sz="32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44037FC5-8E34-4772-9A87-813F2AD5E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C916508-F80D-434E-B066-812949E5DB94}"/>
              </a:ext>
            </a:extLst>
          </p:cNvPr>
          <p:cNvGrpSpPr/>
          <p:nvPr/>
        </p:nvGrpSpPr>
        <p:grpSpPr>
          <a:xfrm>
            <a:off x="-7847639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E9E3B68-B936-49FB-94D8-7AC0076CF488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D3F9516-66C4-44E6-9877-6C0374B5112C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2DF4D80-460D-4455-B80A-3BC0C6A12DA2}"/>
                </a:ext>
              </a:extLst>
            </p:cNvPr>
            <p:cNvSpPr txBox="1"/>
            <p:nvPr/>
          </p:nvSpPr>
          <p:spPr>
            <a:xfrm rot="16200000">
              <a:off x="9117129" y="3251166"/>
              <a:ext cx="1992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 boost</a:t>
              </a:r>
              <a:endParaRPr lang="en-US" sz="40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7AB39DAF-3109-4CEA-BD1D-C123179FF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2B7020D-701A-4EE7-BDA2-CD171993C203}"/>
              </a:ext>
            </a:extLst>
          </p:cNvPr>
          <p:cNvGrpSpPr/>
          <p:nvPr/>
        </p:nvGrpSpPr>
        <p:grpSpPr>
          <a:xfrm>
            <a:off x="-7985197" y="0"/>
            <a:ext cx="9574094" cy="6858000"/>
            <a:chOff x="491575" y="0"/>
            <a:chExt cx="9574094" cy="685800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B77930A-0489-40A5-B3D7-053D64BD29C4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ED749F6-F5EB-48BD-A697-16D473CCCFE8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070AD46-78F1-4169-9AE3-EDECC43BD39B}"/>
                </a:ext>
              </a:extLst>
            </p:cNvPr>
            <p:cNvSpPr txBox="1"/>
            <p:nvPr/>
          </p:nvSpPr>
          <p:spPr>
            <a:xfrm rot="16200000">
              <a:off x="8746452" y="3220385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LG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22B026A5-B1AC-46D4-AE84-DF77E5A29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371C6EE2-CCA6-4F94-870B-CB9D61CEBE17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0422D8F-B19E-425C-93A8-F750F60A06A7}"/>
              </a:ext>
            </a:extLst>
          </p:cNvPr>
          <p:cNvGrpSpPr/>
          <p:nvPr/>
        </p:nvGrpSpPr>
        <p:grpSpPr>
          <a:xfrm>
            <a:off x="-7638543" y="-1"/>
            <a:ext cx="8692331" cy="6858000"/>
            <a:chOff x="718505" y="-1"/>
            <a:chExt cx="8692331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278AF09-2D0C-4E81-816C-BC1D04E40DC2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C2E1C67-7A8F-4EB5-AB00-3C754858084E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7795C74-0308-4781-BEE6-B62AE6D17152}"/>
                </a:ext>
              </a:extLst>
            </p:cNvPr>
            <p:cNvSpPr txBox="1"/>
            <p:nvPr/>
          </p:nvSpPr>
          <p:spPr>
            <a:xfrm rot="16200000">
              <a:off x="8091629" y="3312718"/>
              <a:ext cx="19920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XG, LG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45C46027-B464-4ADA-A3B8-14FF4471B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1D48DDF-B760-4AB3-A520-29238CC2C408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FA696B4D-5BCF-47C3-8B8C-BE87154A63B4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AAA7B45-7DAF-4C4D-A930-ABA45AC955DD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01F5CFD-7EE1-475C-A36F-330184D5C6EC}"/>
                </a:ext>
              </a:extLst>
            </p:cNvPr>
            <p:cNvSpPr txBox="1"/>
            <p:nvPr/>
          </p:nvSpPr>
          <p:spPr>
            <a:xfrm rot="16200000">
              <a:off x="-738260" y="3220386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Summary</a:t>
              </a: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B9F42291-FBD0-4239-8D69-22035DCB4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14E1B91-C212-4889-8705-49BCDB383225}"/>
              </a:ext>
            </a:extLst>
          </p:cNvPr>
          <p:cNvGrpSpPr/>
          <p:nvPr/>
        </p:nvGrpSpPr>
        <p:grpSpPr>
          <a:xfrm>
            <a:off x="3970964" y="3428999"/>
            <a:ext cx="6791601" cy="1311972"/>
            <a:chOff x="3124985" y="3874286"/>
            <a:chExt cx="6791601" cy="1311972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94C4F95-2EDE-46B0-8B26-C72D6D3C8DB3}"/>
                </a:ext>
              </a:extLst>
            </p:cNvPr>
            <p:cNvSpPr txBox="1"/>
            <p:nvPr/>
          </p:nvSpPr>
          <p:spPr>
            <a:xfrm>
              <a:off x="4168474" y="3874286"/>
              <a:ext cx="40454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200" dirty="0">
                <a:solidFill>
                  <a:srgbClr val="03A1A4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DC9F996-36A0-4A1D-8C4B-F6DAF0FDA7C8}"/>
                </a:ext>
              </a:extLst>
            </p:cNvPr>
            <p:cNvSpPr txBox="1"/>
            <p:nvPr/>
          </p:nvSpPr>
          <p:spPr>
            <a:xfrm>
              <a:off x="4868805" y="4379315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EDE56FF-3E69-4484-9673-AC7FA14D3D89}"/>
                </a:ext>
              </a:extLst>
            </p:cNvPr>
            <p:cNvSpPr txBox="1"/>
            <p:nvPr/>
          </p:nvSpPr>
          <p:spPr>
            <a:xfrm>
              <a:off x="4868805" y="4816926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44799B2-E7B9-4C01-A37D-BB60C6C75D12}"/>
                </a:ext>
              </a:extLst>
            </p:cNvPr>
            <p:cNvSpPr txBox="1"/>
            <p:nvPr/>
          </p:nvSpPr>
          <p:spPr>
            <a:xfrm>
              <a:off x="3124985" y="4610147"/>
              <a:ext cx="67916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443AFC1-0CD9-8DEE-C42F-651EE929ACC4}"/>
              </a:ext>
            </a:extLst>
          </p:cNvPr>
          <p:cNvSpPr/>
          <p:nvPr/>
        </p:nvSpPr>
        <p:spPr>
          <a:xfrm>
            <a:off x="3625516" y="1106905"/>
            <a:ext cx="6791601" cy="44597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5E54CD5-698F-0D28-F7AC-0F0A4AA991DB}"/>
              </a:ext>
            </a:extLst>
          </p:cNvPr>
          <p:cNvGrpSpPr/>
          <p:nvPr/>
        </p:nvGrpSpPr>
        <p:grpSpPr>
          <a:xfrm>
            <a:off x="3183817" y="1501865"/>
            <a:ext cx="1805441" cy="1894017"/>
            <a:chOff x="1387588" y="2182683"/>
            <a:chExt cx="1805441" cy="1894017"/>
          </a:xfrm>
        </p:grpSpPr>
        <p:sp>
          <p:nvSpPr>
            <p:cNvPr id="4" name="Rectangle: Top Corners Rounded 3">
              <a:extLst>
                <a:ext uri="{FF2B5EF4-FFF2-40B4-BE49-F238E27FC236}">
                  <a16:creationId xmlns:a16="http://schemas.microsoft.com/office/drawing/2014/main" id="{ABE924E1-934A-BAA1-7854-94E0A4D6D0EA}"/>
                </a:ext>
              </a:extLst>
            </p:cNvPr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F3A7DC4-B6EC-56F5-EF8F-D21F023E0B0B}"/>
                </a:ext>
              </a:extLst>
            </p:cNvPr>
            <p:cNvSpPr txBox="1"/>
            <p:nvPr/>
          </p:nvSpPr>
          <p:spPr>
            <a:xfrm>
              <a:off x="1387588" y="2182683"/>
              <a:ext cx="18054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8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8E52F72-65E2-EF49-E827-5FC2B477C813}"/>
                </a:ext>
              </a:extLst>
            </p:cNvPr>
            <p:cNvSpPr txBox="1"/>
            <p:nvPr/>
          </p:nvSpPr>
          <p:spPr>
            <a:xfrm>
              <a:off x="1843092" y="2563851"/>
              <a:ext cx="894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1</a:t>
              </a:r>
            </a:p>
          </p:txBody>
        </p:sp>
      </p:grp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0EA79E-B5B9-DB4A-2539-C35A98096744}"/>
              </a:ext>
            </a:extLst>
          </p:cNvPr>
          <p:cNvSpPr/>
          <p:nvPr/>
        </p:nvSpPr>
        <p:spPr>
          <a:xfrm flipV="1">
            <a:off x="3290747" y="2462432"/>
            <a:ext cx="1591582" cy="3031986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B61EFCA-F188-F81E-07EE-4462107D3A12}"/>
              </a:ext>
            </a:extLst>
          </p:cNvPr>
          <p:cNvGrpSpPr/>
          <p:nvPr/>
        </p:nvGrpSpPr>
        <p:grpSpPr>
          <a:xfrm>
            <a:off x="3211434" y="3285694"/>
            <a:ext cx="1645047" cy="369332"/>
            <a:chOff x="1775308" y="4068438"/>
            <a:chExt cx="1645047" cy="36933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02951B-7399-954A-9FC0-47BAF4B349E8}"/>
                </a:ext>
              </a:extLst>
            </p:cNvPr>
            <p:cNvSpPr txBox="1"/>
            <p:nvPr/>
          </p:nvSpPr>
          <p:spPr>
            <a:xfrm>
              <a:off x="1828773" y="4068438"/>
              <a:ext cx="1591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F5969"/>
                  </a:solidFill>
                  <a:latin typeface="Tw Cen MT" panose="020B0602020104020603" pitchFamily="34" charset="0"/>
                </a:rPr>
                <a:t>ADA BOOST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536AC6D-D950-2196-D3B9-AC046A75E1AA}"/>
                </a:ext>
              </a:extLst>
            </p:cNvPr>
            <p:cNvSpPr txBox="1"/>
            <p:nvPr/>
          </p:nvSpPr>
          <p:spPr>
            <a:xfrm>
              <a:off x="1775308" y="4129993"/>
              <a:ext cx="1591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4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871CF05F-A9AF-7994-7A2D-313CCCBF9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4263" y="4082838"/>
            <a:ext cx="894354" cy="894352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BA0C859F-F400-D671-F564-330190B73231}"/>
              </a:ext>
            </a:extLst>
          </p:cNvPr>
          <p:cNvGrpSpPr/>
          <p:nvPr/>
        </p:nvGrpSpPr>
        <p:grpSpPr>
          <a:xfrm>
            <a:off x="5370305" y="1432722"/>
            <a:ext cx="1805441" cy="1894017"/>
            <a:chOff x="3884465" y="2182683"/>
            <a:chExt cx="1805441" cy="1894017"/>
          </a:xfrm>
        </p:grpSpPr>
        <p:sp>
          <p:nvSpPr>
            <p:cNvPr id="19" name="Rectangle: Top Corners Rounded 18">
              <a:extLst>
                <a:ext uri="{FF2B5EF4-FFF2-40B4-BE49-F238E27FC236}">
                  <a16:creationId xmlns:a16="http://schemas.microsoft.com/office/drawing/2014/main" id="{22C4D69E-DCA3-B154-6C4F-9ABD1423C7A5}"/>
                </a:ext>
              </a:extLst>
            </p:cNvPr>
            <p:cNvSpPr/>
            <p:nvPr/>
          </p:nvSpPr>
          <p:spPr>
            <a:xfrm>
              <a:off x="3991395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DD31FA0-4D6C-EEE9-09BB-80EEE00E23F1}"/>
                </a:ext>
              </a:extLst>
            </p:cNvPr>
            <p:cNvSpPr txBox="1"/>
            <p:nvPr/>
          </p:nvSpPr>
          <p:spPr>
            <a:xfrm>
              <a:off x="3884465" y="2182683"/>
              <a:ext cx="180544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8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763581C-3CF5-D999-1B7B-5C04CE26F5CD}"/>
                </a:ext>
              </a:extLst>
            </p:cNvPr>
            <p:cNvSpPr txBox="1"/>
            <p:nvPr/>
          </p:nvSpPr>
          <p:spPr>
            <a:xfrm>
              <a:off x="4339969" y="2563851"/>
              <a:ext cx="894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2</a:t>
              </a: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CF3D662-234E-498D-8B70-786F6E1CBE2B}"/>
              </a:ext>
            </a:extLst>
          </p:cNvPr>
          <p:cNvSpPr/>
          <p:nvPr/>
        </p:nvSpPr>
        <p:spPr>
          <a:xfrm flipV="1">
            <a:off x="5477235" y="2393289"/>
            <a:ext cx="1591582" cy="3031986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4E20561-E269-0935-B7B0-4FB2D044ED16}"/>
              </a:ext>
            </a:extLst>
          </p:cNvPr>
          <p:cNvGrpSpPr/>
          <p:nvPr/>
        </p:nvGrpSpPr>
        <p:grpSpPr>
          <a:xfrm>
            <a:off x="5463514" y="3249627"/>
            <a:ext cx="1636556" cy="455016"/>
            <a:chOff x="3977674" y="3999588"/>
            <a:chExt cx="1636556" cy="45501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5A235C0-3E67-6A22-619D-5194F28C119F}"/>
                </a:ext>
              </a:extLst>
            </p:cNvPr>
            <p:cNvSpPr txBox="1"/>
            <p:nvPr/>
          </p:nvSpPr>
          <p:spPr>
            <a:xfrm>
              <a:off x="4022648" y="3999588"/>
              <a:ext cx="1591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2CBBE"/>
                  </a:solidFill>
                  <a:latin typeface="Tw Cen MT" panose="020B0602020104020603" pitchFamily="34" charset="0"/>
                </a:rPr>
                <a:t>XG BOOST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96ECBCC-9EC2-8F9A-A218-590E017DE970}"/>
                </a:ext>
              </a:extLst>
            </p:cNvPr>
            <p:cNvSpPr txBox="1"/>
            <p:nvPr/>
          </p:nvSpPr>
          <p:spPr>
            <a:xfrm>
              <a:off x="3977674" y="4146827"/>
              <a:ext cx="1591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4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59BA63A5-8E7E-2521-D403-B3333C2C56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036" y="4164860"/>
            <a:ext cx="897858" cy="897856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E5BA6647-BFE2-677C-D333-F7F629F65216}"/>
              </a:ext>
            </a:extLst>
          </p:cNvPr>
          <p:cNvGrpSpPr/>
          <p:nvPr/>
        </p:nvGrpSpPr>
        <p:grpSpPr>
          <a:xfrm>
            <a:off x="7692404" y="1432722"/>
            <a:ext cx="1805441" cy="1894017"/>
            <a:chOff x="6381342" y="2182683"/>
            <a:chExt cx="1805441" cy="1894017"/>
          </a:xfrm>
        </p:grpSpPr>
        <p:sp>
          <p:nvSpPr>
            <p:cNvPr id="30" name="Rectangle: Top Corners Rounded 29">
              <a:extLst>
                <a:ext uri="{FF2B5EF4-FFF2-40B4-BE49-F238E27FC236}">
                  <a16:creationId xmlns:a16="http://schemas.microsoft.com/office/drawing/2014/main" id="{21DB5D12-64E1-FC9E-653A-C06D771F4EC1}"/>
                </a:ext>
              </a:extLst>
            </p:cNvPr>
            <p:cNvSpPr/>
            <p:nvPr/>
          </p:nvSpPr>
          <p:spPr>
            <a:xfrm>
              <a:off x="6488272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AF9DAE1-E16C-060F-3313-FFA5E17EF7EB}"/>
                </a:ext>
              </a:extLst>
            </p:cNvPr>
            <p:cNvSpPr txBox="1"/>
            <p:nvPr/>
          </p:nvSpPr>
          <p:spPr>
            <a:xfrm>
              <a:off x="6381342" y="2182683"/>
              <a:ext cx="180544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8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7271710-0C32-4E1D-CDEB-13B16FBBDB36}"/>
                </a:ext>
              </a:extLst>
            </p:cNvPr>
            <p:cNvSpPr txBox="1"/>
            <p:nvPr/>
          </p:nvSpPr>
          <p:spPr>
            <a:xfrm>
              <a:off x="6836846" y="2563851"/>
              <a:ext cx="894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3</a:t>
              </a:r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B10609C-0EB8-8E68-4FCD-C399B9CE4CE9}"/>
              </a:ext>
            </a:extLst>
          </p:cNvPr>
          <p:cNvSpPr/>
          <p:nvPr/>
        </p:nvSpPr>
        <p:spPr>
          <a:xfrm flipV="1">
            <a:off x="7799334" y="2393289"/>
            <a:ext cx="1591582" cy="3031986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CA31965-255F-BC29-5ACD-A1E8D6E248D3}"/>
              </a:ext>
            </a:extLst>
          </p:cNvPr>
          <p:cNvGrpSpPr/>
          <p:nvPr/>
        </p:nvGrpSpPr>
        <p:grpSpPr>
          <a:xfrm>
            <a:off x="7799334" y="3296639"/>
            <a:ext cx="1645047" cy="408004"/>
            <a:chOff x="6488272" y="4046600"/>
            <a:chExt cx="1645047" cy="408004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DE7D57D-8ECD-C92D-3E2C-A777D679A8EC}"/>
                </a:ext>
              </a:extLst>
            </p:cNvPr>
            <p:cNvSpPr txBox="1"/>
            <p:nvPr/>
          </p:nvSpPr>
          <p:spPr>
            <a:xfrm>
              <a:off x="6541737" y="4046600"/>
              <a:ext cx="1591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EC630"/>
                  </a:solidFill>
                  <a:latin typeface="Tw Cen MT" panose="020B0602020104020603" pitchFamily="34" charset="0"/>
                </a:rPr>
                <a:t>LG BOOST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9D38B99-12F9-482D-FAB1-FEE758D457D4}"/>
                </a:ext>
              </a:extLst>
            </p:cNvPr>
            <p:cNvSpPr txBox="1"/>
            <p:nvPr/>
          </p:nvSpPr>
          <p:spPr>
            <a:xfrm>
              <a:off x="6488272" y="4146827"/>
              <a:ext cx="1591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4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804F2379-4309-A47D-DCE8-0A44D3C1F6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908" y="4170524"/>
            <a:ext cx="907482" cy="90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706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90965-CBF2-5A3B-7BB5-C064DADE3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A7EB015D-1B41-FD72-4F72-B3446146E435}"/>
              </a:ext>
            </a:extLst>
          </p:cNvPr>
          <p:cNvGrpSpPr/>
          <p:nvPr/>
        </p:nvGrpSpPr>
        <p:grpSpPr>
          <a:xfrm>
            <a:off x="-290920" y="121754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47AEE08-4732-172D-7065-DAC8D37188F3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EE3B61E-E42A-0D30-0DCA-14285F3506E9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29A1AD3-9E47-864A-B51A-C0E1F6C2BA69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Intro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B5A7AFE8-51CB-776F-DCAB-4C4C5E228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43844D0-3784-D2E3-8E87-1BB967E8D59F}"/>
              </a:ext>
            </a:extLst>
          </p:cNvPr>
          <p:cNvGrpSpPr/>
          <p:nvPr/>
        </p:nvGrpSpPr>
        <p:grpSpPr>
          <a:xfrm>
            <a:off x="156946" y="0"/>
            <a:ext cx="11447501" cy="6858000"/>
            <a:chOff x="213096" y="0"/>
            <a:chExt cx="11447501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F9E513A-3AF3-5000-4B41-7141C4364C6D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84F033B-8C63-B8BD-040F-54658536D619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83B36D2-8328-9F42-9701-3A26D7BDE97E}"/>
                </a:ext>
              </a:extLst>
            </p:cNvPr>
            <p:cNvSpPr txBox="1"/>
            <p:nvPr/>
          </p:nvSpPr>
          <p:spPr>
            <a:xfrm rot="16200000">
              <a:off x="10341391" y="3198166"/>
              <a:ext cx="1992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Ada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B5F604D0-DFAC-1AAE-4D71-AB20188E2E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9BC044B-85FA-94FF-9798-94E42C7195E8}"/>
              </a:ext>
            </a:extLst>
          </p:cNvPr>
          <p:cNvGrpSpPr/>
          <p:nvPr/>
        </p:nvGrpSpPr>
        <p:grpSpPr>
          <a:xfrm>
            <a:off x="-7847639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7C9A596-46FD-2A38-45B7-C20706D70E0E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86FBF7D-0B61-B280-3EB0-AFFA66113FE6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74DBE4C-4891-4C7C-3626-3B4BD176ABDA}"/>
                </a:ext>
              </a:extLst>
            </p:cNvPr>
            <p:cNvSpPr txBox="1"/>
            <p:nvPr/>
          </p:nvSpPr>
          <p:spPr>
            <a:xfrm rot="16200000">
              <a:off x="9117129" y="3251166"/>
              <a:ext cx="1992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 boost</a:t>
              </a:r>
              <a:endParaRPr lang="en-US" sz="40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E2B6B99B-D975-FDBD-A00E-E0E0FC360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F9564F1-4BCC-10B1-E85B-78C822D8BE66}"/>
              </a:ext>
            </a:extLst>
          </p:cNvPr>
          <p:cNvGrpSpPr/>
          <p:nvPr/>
        </p:nvGrpSpPr>
        <p:grpSpPr>
          <a:xfrm>
            <a:off x="-7985197" y="0"/>
            <a:ext cx="9574094" cy="6858000"/>
            <a:chOff x="491575" y="0"/>
            <a:chExt cx="9574094" cy="685800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BE4E579-EE1D-FF61-0FF9-DDF1572FA78E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D5FEA23-8D9D-9F5A-6DCA-8D20E76D975A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986BEA6-DE51-1B71-B123-32DE7EB61518}"/>
                </a:ext>
              </a:extLst>
            </p:cNvPr>
            <p:cNvSpPr txBox="1"/>
            <p:nvPr/>
          </p:nvSpPr>
          <p:spPr>
            <a:xfrm rot="16200000">
              <a:off x="8746452" y="3220385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LG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63B406F6-A807-3C1D-CD60-BC0FCFF2C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94892F18-5628-B223-5A4A-192235423D43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1C7451E-5297-ACBF-03BB-34F85EBCC0A2}"/>
              </a:ext>
            </a:extLst>
          </p:cNvPr>
          <p:cNvGrpSpPr/>
          <p:nvPr/>
        </p:nvGrpSpPr>
        <p:grpSpPr>
          <a:xfrm>
            <a:off x="-7638543" y="-1"/>
            <a:ext cx="8692331" cy="6858000"/>
            <a:chOff x="718505" y="-1"/>
            <a:chExt cx="8692331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7F7D5A7-8507-C0AF-FCA7-AF3411C64C8A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21AFBBC-71A9-55D6-F82E-9F0C8075DCB6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8B59C1F-39A0-9DFC-DCCA-BC319B373A17}"/>
                </a:ext>
              </a:extLst>
            </p:cNvPr>
            <p:cNvSpPr txBox="1"/>
            <p:nvPr/>
          </p:nvSpPr>
          <p:spPr>
            <a:xfrm rot="16200000">
              <a:off x="8091629" y="3312718"/>
              <a:ext cx="19920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XG, LG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427BE038-D88E-22FA-A128-DC01EA92A5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E63068C-A7DE-E38D-A299-204175950880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2571E1B-663E-AE61-C350-037788B8E24C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42060261-A8DE-2BB9-2B5F-9563C6AD4823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E30DCA6-DFD0-D0EF-F3F0-382270C78950}"/>
                </a:ext>
              </a:extLst>
            </p:cNvPr>
            <p:cNvSpPr txBox="1"/>
            <p:nvPr/>
          </p:nvSpPr>
          <p:spPr>
            <a:xfrm rot="16200000">
              <a:off x="-738260" y="3220386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Summary</a:t>
              </a: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9EFE1B5-02E1-C205-38A9-A1D445994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7061557-4ED7-E0F3-5523-0B3DF862BC11}"/>
              </a:ext>
            </a:extLst>
          </p:cNvPr>
          <p:cNvGrpSpPr/>
          <p:nvPr/>
        </p:nvGrpSpPr>
        <p:grpSpPr>
          <a:xfrm>
            <a:off x="3970964" y="3428999"/>
            <a:ext cx="6791601" cy="1311972"/>
            <a:chOff x="3124985" y="3874286"/>
            <a:chExt cx="6791601" cy="1311972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5574279-DCDA-00D1-D1DE-11C11B74BC9D}"/>
                </a:ext>
              </a:extLst>
            </p:cNvPr>
            <p:cNvSpPr txBox="1"/>
            <p:nvPr/>
          </p:nvSpPr>
          <p:spPr>
            <a:xfrm>
              <a:off x="4168474" y="3874286"/>
              <a:ext cx="40454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200" dirty="0">
                <a:solidFill>
                  <a:srgbClr val="03A1A4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7A3C041-ECCA-2889-AF40-A08E3B9242A8}"/>
                </a:ext>
              </a:extLst>
            </p:cNvPr>
            <p:cNvSpPr txBox="1"/>
            <p:nvPr/>
          </p:nvSpPr>
          <p:spPr>
            <a:xfrm>
              <a:off x="4868805" y="4379315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4D1E581-543A-ABCB-6D52-657F51DBA7CC}"/>
                </a:ext>
              </a:extLst>
            </p:cNvPr>
            <p:cNvSpPr txBox="1"/>
            <p:nvPr/>
          </p:nvSpPr>
          <p:spPr>
            <a:xfrm>
              <a:off x="4868805" y="4816926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5FD9A83-C5D2-EDD6-E7CE-A50F9A4A9314}"/>
                </a:ext>
              </a:extLst>
            </p:cNvPr>
            <p:cNvSpPr txBox="1"/>
            <p:nvPr/>
          </p:nvSpPr>
          <p:spPr>
            <a:xfrm>
              <a:off x="3124985" y="4610147"/>
              <a:ext cx="67916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A243D5B-7519-2FE1-6729-8FD626138DA5}"/>
              </a:ext>
            </a:extLst>
          </p:cNvPr>
          <p:cNvSpPr/>
          <p:nvPr/>
        </p:nvSpPr>
        <p:spPr>
          <a:xfrm>
            <a:off x="3625516" y="1106905"/>
            <a:ext cx="6791601" cy="44597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DB60D8C-1756-08A3-0ACA-422FEE74CCCA}"/>
              </a:ext>
            </a:extLst>
          </p:cNvPr>
          <p:cNvGrpSpPr/>
          <p:nvPr/>
        </p:nvGrpSpPr>
        <p:grpSpPr>
          <a:xfrm>
            <a:off x="5463514" y="3249627"/>
            <a:ext cx="1636556" cy="455016"/>
            <a:chOff x="3977674" y="3999588"/>
            <a:chExt cx="1636556" cy="45501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E5B9F6B-5C77-3F1B-8AC7-A3CDB0660DAA}"/>
                </a:ext>
              </a:extLst>
            </p:cNvPr>
            <p:cNvSpPr txBox="1"/>
            <p:nvPr/>
          </p:nvSpPr>
          <p:spPr>
            <a:xfrm>
              <a:off x="4022648" y="3999588"/>
              <a:ext cx="1591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b="1" dirty="0">
                <a:solidFill>
                  <a:srgbClr val="52CBBE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A0B3E4F-621A-BEE5-D90A-FF5C58D62F76}"/>
                </a:ext>
              </a:extLst>
            </p:cNvPr>
            <p:cNvSpPr txBox="1"/>
            <p:nvPr/>
          </p:nvSpPr>
          <p:spPr>
            <a:xfrm>
              <a:off x="3977674" y="4146827"/>
              <a:ext cx="1591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4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AA131AF-DBC4-0961-01E8-15F23EDA359F}"/>
              </a:ext>
            </a:extLst>
          </p:cNvPr>
          <p:cNvSpPr txBox="1"/>
          <p:nvPr/>
        </p:nvSpPr>
        <p:spPr>
          <a:xfrm>
            <a:off x="7839744" y="3515184"/>
            <a:ext cx="1591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400" b="1" dirty="0">
              <a:solidFill>
                <a:srgbClr val="A6A6A6"/>
              </a:solidFill>
              <a:latin typeface="Tw Cen MT" panose="020B0602020104020603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19DBF32-1039-FEF9-FC21-1316E8857043}"/>
              </a:ext>
            </a:extLst>
          </p:cNvPr>
          <p:cNvSpPr/>
          <p:nvPr/>
        </p:nvSpPr>
        <p:spPr>
          <a:xfrm>
            <a:off x="5753307" y="1835903"/>
            <a:ext cx="2017224" cy="2017224"/>
          </a:xfrm>
          <a:prstGeom prst="ellipse">
            <a:avLst/>
          </a:prstGeom>
          <a:solidFill>
            <a:srgbClr val="FF5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ADA BOOST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94CAD58-5479-7EDB-E2CB-5CDDBDB2A99A}"/>
              </a:ext>
            </a:extLst>
          </p:cNvPr>
          <p:cNvGrpSpPr/>
          <p:nvPr/>
        </p:nvGrpSpPr>
        <p:grpSpPr>
          <a:xfrm>
            <a:off x="5834394" y="1801689"/>
            <a:ext cx="662608" cy="523220"/>
            <a:chOff x="668600" y="2123782"/>
            <a:chExt cx="662608" cy="523220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AF70775-8E18-D73E-B1C7-70E2237CF405}"/>
                </a:ext>
              </a:extLst>
            </p:cNvPr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16F2309-1B79-91AD-3367-FD651A9D98DF}"/>
                </a:ext>
              </a:extLst>
            </p:cNvPr>
            <p:cNvSpPr txBox="1"/>
            <p:nvPr/>
          </p:nvSpPr>
          <p:spPr>
            <a:xfrm>
              <a:off x="668600" y="2154559"/>
              <a:ext cx="662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01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F01481A-BF5A-376D-D70D-6E9166C5F169}"/>
              </a:ext>
            </a:extLst>
          </p:cNvPr>
          <p:cNvGrpSpPr/>
          <p:nvPr/>
        </p:nvGrpSpPr>
        <p:grpSpPr>
          <a:xfrm>
            <a:off x="5352010" y="4324580"/>
            <a:ext cx="3048141" cy="899274"/>
            <a:chOff x="363637" y="4416136"/>
            <a:chExt cx="3048141" cy="899274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2CC58CD-6399-D6CC-5232-368BADD7468E}"/>
                </a:ext>
              </a:extLst>
            </p:cNvPr>
            <p:cNvSpPr txBox="1"/>
            <p:nvPr/>
          </p:nvSpPr>
          <p:spPr>
            <a:xfrm>
              <a:off x="466266" y="4416136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5969"/>
                  </a:solidFill>
                  <a:latin typeface="Tw Cen MT" panose="020B0602020104020603" pitchFamily="34" charset="0"/>
                </a:rPr>
                <a:t>ADA BOOST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8071B13-0393-CD0A-7E8F-0DB1FDAA0847}"/>
                </a:ext>
              </a:extLst>
            </p:cNvPr>
            <p:cNvSpPr txBox="1"/>
            <p:nvPr/>
          </p:nvSpPr>
          <p:spPr>
            <a:xfrm>
              <a:off x="466266" y="4853747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AFB67AD-DBAD-DD4C-FAE4-66FF9977A5B5}"/>
                </a:ext>
              </a:extLst>
            </p:cNvPr>
            <p:cNvSpPr txBox="1"/>
            <p:nvPr/>
          </p:nvSpPr>
          <p:spPr>
            <a:xfrm>
              <a:off x="363637" y="4853745"/>
              <a:ext cx="30481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3407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10FC3-C66A-E432-3B9E-ADF3DEAB4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4416266E-6B46-45BC-D128-DD50F41991B3}"/>
              </a:ext>
            </a:extLst>
          </p:cNvPr>
          <p:cNvGrpSpPr/>
          <p:nvPr/>
        </p:nvGrpSpPr>
        <p:grpSpPr>
          <a:xfrm>
            <a:off x="-290920" y="121754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14AA93A-47E6-D0D6-4BAD-89DF914C75DD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AB1338E-AA7A-3F1B-2EC2-2E813D3068A0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0FCB32B-7012-0D5C-9847-772E9CDB6BC8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Intro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66973663-6460-A224-ACDD-9CDA7CFCD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1CBA06F-30C1-3A3A-5FF0-0CF9A524253F}"/>
              </a:ext>
            </a:extLst>
          </p:cNvPr>
          <p:cNvGrpSpPr/>
          <p:nvPr/>
        </p:nvGrpSpPr>
        <p:grpSpPr>
          <a:xfrm>
            <a:off x="173692" y="121754"/>
            <a:ext cx="11462890" cy="6858000"/>
            <a:chOff x="229842" y="121754"/>
            <a:chExt cx="11462890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EA737D6-7659-3D71-7AB8-CE0EF4DA2E21}"/>
                </a:ext>
              </a:extLst>
            </p:cNvPr>
            <p:cNvSpPr/>
            <p:nvPr/>
          </p:nvSpPr>
          <p:spPr>
            <a:xfrm>
              <a:off x="229842" y="121754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C4673FA-36DE-EA26-66F3-BBB834F63C1A}"/>
                </a:ext>
              </a:extLst>
            </p:cNvPr>
            <p:cNvSpPr/>
            <p:nvPr/>
          </p:nvSpPr>
          <p:spPr>
            <a:xfrm>
              <a:off x="10524332" y="258340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2702522-63EE-00A4-17DC-66EDF92E0496}"/>
                </a:ext>
              </a:extLst>
            </p:cNvPr>
            <p:cNvSpPr txBox="1"/>
            <p:nvPr/>
          </p:nvSpPr>
          <p:spPr>
            <a:xfrm rot="16200000">
              <a:off x="10438397" y="3544873"/>
              <a:ext cx="19920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Ada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A7896B10-1660-8B2F-CF41-20756E9DF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49131" y="3510054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A6CF72E-4115-A57E-8778-7CF37F5AFCEE}"/>
              </a:ext>
            </a:extLst>
          </p:cNvPr>
          <p:cNvGrpSpPr/>
          <p:nvPr/>
        </p:nvGrpSpPr>
        <p:grpSpPr>
          <a:xfrm>
            <a:off x="-7847639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E05695A-4612-75C0-0BAF-502F82FA802C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02AEBAD-6A3D-8053-76DB-1C3A5DDE8DD0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414EB10-1937-D905-0C65-7B205A21CD88}"/>
                </a:ext>
              </a:extLst>
            </p:cNvPr>
            <p:cNvSpPr txBox="1"/>
            <p:nvPr/>
          </p:nvSpPr>
          <p:spPr>
            <a:xfrm rot="16200000">
              <a:off x="9117129" y="3251166"/>
              <a:ext cx="1992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 boost</a:t>
              </a:r>
              <a:endParaRPr lang="en-US" sz="40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1E23BC6E-C06D-9B62-CB74-064451CED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C5B4673-257D-BB77-6263-02645176BCA6}"/>
              </a:ext>
            </a:extLst>
          </p:cNvPr>
          <p:cNvGrpSpPr/>
          <p:nvPr/>
        </p:nvGrpSpPr>
        <p:grpSpPr>
          <a:xfrm>
            <a:off x="-7962177" y="-59773"/>
            <a:ext cx="9574094" cy="6858000"/>
            <a:chOff x="491575" y="0"/>
            <a:chExt cx="9574094" cy="685800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A955146-113A-3FE1-270F-1271DB5B0B5D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1CD2019-2C45-EE01-677C-3C331700D2EE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B9C3CDD-1BDA-71C0-48E2-4CB21D4CBC71}"/>
                </a:ext>
              </a:extLst>
            </p:cNvPr>
            <p:cNvSpPr txBox="1"/>
            <p:nvPr/>
          </p:nvSpPr>
          <p:spPr>
            <a:xfrm rot="16200000">
              <a:off x="8746452" y="3220385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LG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538A0BE9-2EF6-54C0-CD94-8BD48DF85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0BBE906A-5360-E72C-17AC-F6D5F47B0E71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3524E0C-610F-036E-C079-CF67B1DCF652}"/>
              </a:ext>
            </a:extLst>
          </p:cNvPr>
          <p:cNvGrpSpPr/>
          <p:nvPr/>
        </p:nvGrpSpPr>
        <p:grpSpPr>
          <a:xfrm>
            <a:off x="-7638543" y="-1"/>
            <a:ext cx="8692331" cy="6858000"/>
            <a:chOff x="718505" y="-1"/>
            <a:chExt cx="8692331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6F29D7F-8756-CBB1-7FBE-C380F70A9FE6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9CAC96E-6461-E507-5476-66C160DD7DEB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2A8D222-B514-2210-08C0-189C3E1F0FDA}"/>
                </a:ext>
              </a:extLst>
            </p:cNvPr>
            <p:cNvSpPr txBox="1"/>
            <p:nvPr/>
          </p:nvSpPr>
          <p:spPr>
            <a:xfrm rot="16200000">
              <a:off x="8091629" y="3312718"/>
              <a:ext cx="19920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XG, LG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C113E5B6-AE2B-6868-F13E-BF62475A4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CE88509-8BF0-B3C9-BF2B-09A2E0A1E048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1DC1D07C-6D3D-C162-F934-537F5E9DA2E4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456320AA-1CD9-8AE3-3A4A-D0A34BE2F5B3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D87D1D7-1974-63A3-92BC-302C96D3AEE1}"/>
                </a:ext>
              </a:extLst>
            </p:cNvPr>
            <p:cNvSpPr txBox="1"/>
            <p:nvPr/>
          </p:nvSpPr>
          <p:spPr>
            <a:xfrm rot="16200000">
              <a:off x="-738260" y="3220386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Summary</a:t>
              </a: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842B72A4-3179-CC33-E3E5-00BF42B54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326209A-79B3-580D-41B5-352BD3D0B256}"/>
              </a:ext>
            </a:extLst>
          </p:cNvPr>
          <p:cNvGrpSpPr/>
          <p:nvPr/>
        </p:nvGrpSpPr>
        <p:grpSpPr>
          <a:xfrm>
            <a:off x="3970964" y="3428999"/>
            <a:ext cx="6791601" cy="1311972"/>
            <a:chOff x="3124985" y="3874286"/>
            <a:chExt cx="6791601" cy="1311972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5B5297E-334B-9D4C-65D8-261BEA9164A1}"/>
                </a:ext>
              </a:extLst>
            </p:cNvPr>
            <p:cNvSpPr txBox="1"/>
            <p:nvPr/>
          </p:nvSpPr>
          <p:spPr>
            <a:xfrm>
              <a:off x="4168474" y="3874286"/>
              <a:ext cx="40454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200" dirty="0">
                <a:solidFill>
                  <a:srgbClr val="03A1A4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9C72D5A-A108-A665-716D-A6A6DC12E12C}"/>
                </a:ext>
              </a:extLst>
            </p:cNvPr>
            <p:cNvSpPr txBox="1"/>
            <p:nvPr/>
          </p:nvSpPr>
          <p:spPr>
            <a:xfrm>
              <a:off x="4868805" y="4379315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70F2B6B-4158-D903-C5A7-B560B54987CE}"/>
                </a:ext>
              </a:extLst>
            </p:cNvPr>
            <p:cNvSpPr txBox="1"/>
            <p:nvPr/>
          </p:nvSpPr>
          <p:spPr>
            <a:xfrm>
              <a:off x="4868805" y="4816926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E9D4EE2-96D3-B8CA-CDDD-F344A9B0331B}"/>
                </a:ext>
              </a:extLst>
            </p:cNvPr>
            <p:cNvSpPr txBox="1"/>
            <p:nvPr/>
          </p:nvSpPr>
          <p:spPr>
            <a:xfrm>
              <a:off x="3124985" y="4610147"/>
              <a:ext cx="67916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C906D07-1C57-B227-63DC-40726A663E5A}"/>
              </a:ext>
            </a:extLst>
          </p:cNvPr>
          <p:cNvSpPr/>
          <p:nvPr/>
        </p:nvSpPr>
        <p:spPr>
          <a:xfrm>
            <a:off x="3625516" y="1106905"/>
            <a:ext cx="6791601" cy="44597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1DA880-C939-B9F1-98B0-6ACF01DAE5DF}"/>
              </a:ext>
            </a:extLst>
          </p:cNvPr>
          <p:cNvGrpSpPr/>
          <p:nvPr/>
        </p:nvGrpSpPr>
        <p:grpSpPr>
          <a:xfrm>
            <a:off x="5463514" y="3249627"/>
            <a:ext cx="1636556" cy="455016"/>
            <a:chOff x="3977674" y="3999588"/>
            <a:chExt cx="1636556" cy="45501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5553E64-AB64-6635-CE04-21A26A255E64}"/>
                </a:ext>
              </a:extLst>
            </p:cNvPr>
            <p:cNvSpPr txBox="1"/>
            <p:nvPr/>
          </p:nvSpPr>
          <p:spPr>
            <a:xfrm>
              <a:off x="4022648" y="3999588"/>
              <a:ext cx="1591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b="1" dirty="0">
                <a:solidFill>
                  <a:srgbClr val="52CBBE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70CAA0F-F233-E772-D776-C3F544953EDB}"/>
                </a:ext>
              </a:extLst>
            </p:cNvPr>
            <p:cNvSpPr txBox="1"/>
            <p:nvPr/>
          </p:nvSpPr>
          <p:spPr>
            <a:xfrm>
              <a:off x="3977674" y="4146827"/>
              <a:ext cx="1591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4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5B7A0ED-CAB4-28B5-7E31-0E5376079AB8}"/>
              </a:ext>
            </a:extLst>
          </p:cNvPr>
          <p:cNvSpPr txBox="1"/>
          <p:nvPr/>
        </p:nvSpPr>
        <p:spPr>
          <a:xfrm>
            <a:off x="7839744" y="3515184"/>
            <a:ext cx="1591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400" b="1" dirty="0">
              <a:solidFill>
                <a:srgbClr val="A6A6A6"/>
              </a:solidFill>
              <a:latin typeface="Tw Cen MT" panose="020B0602020104020603" pitchFamily="34" charset="0"/>
            </a:endParaRPr>
          </a:p>
        </p:txBody>
      </p:sp>
      <p:pic>
        <p:nvPicPr>
          <p:cNvPr id="6" name="Picture 5" descr="A diagram of a data flow&#10;&#10;AI-generated content may be incorrect.">
            <a:extLst>
              <a:ext uri="{FF2B5EF4-FFF2-40B4-BE49-F238E27FC236}">
                <a16:creationId xmlns:a16="http://schemas.microsoft.com/office/drawing/2014/main" id="{5AACFAE1-301D-DA91-8EC2-EAADD4195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0674" y="1106905"/>
            <a:ext cx="7397276" cy="499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31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182BE-9BDD-B099-D9E1-13B62684E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97B75846-D640-2F12-0AA5-599BDFFB9173}"/>
              </a:ext>
            </a:extLst>
          </p:cNvPr>
          <p:cNvGrpSpPr/>
          <p:nvPr/>
        </p:nvGrpSpPr>
        <p:grpSpPr>
          <a:xfrm>
            <a:off x="-290920" y="121754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2816C80-98E7-7BAB-AF16-9EB8F4ADD842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D6A10BD-9CE5-FA3D-89C9-25F765BE5EBC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E8EBA56-CA1A-7B92-A7EA-25CA91FCA258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Intro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EBAECDD4-7A52-F12D-ED59-78165E158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2927752-DE95-E28C-AF9A-D21D9D99DCAD}"/>
              </a:ext>
            </a:extLst>
          </p:cNvPr>
          <p:cNvGrpSpPr/>
          <p:nvPr/>
        </p:nvGrpSpPr>
        <p:grpSpPr>
          <a:xfrm>
            <a:off x="173692" y="121754"/>
            <a:ext cx="11462890" cy="6858000"/>
            <a:chOff x="229842" y="121754"/>
            <a:chExt cx="11462890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3E4AE83-172D-F157-0B32-3D2D1F07D525}"/>
                </a:ext>
              </a:extLst>
            </p:cNvPr>
            <p:cNvSpPr/>
            <p:nvPr/>
          </p:nvSpPr>
          <p:spPr>
            <a:xfrm>
              <a:off x="229842" y="121754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5E0FC12-BD1B-7328-A46C-129C3400FEE2}"/>
                </a:ext>
              </a:extLst>
            </p:cNvPr>
            <p:cNvSpPr/>
            <p:nvPr/>
          </p:nvSpPr>
          <p:spPr>
            <a:xfrm>
              <a:off x="10524332" y="258340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D26DE16-C243-B3FB-05D2-3A20086EE2D3}"/>
                </a:ext>
              </a:extLst>
            </p:cNvPr>
            <p:cNvSpPr txBox="1"/>
            <p:nvPr/>
          </p:nvSpPr>
          <p:spPr>
            <a:xfrm rot="16200000">
              <a:off x="10438397" y="3544873"/>
              <a:ext cx="19920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Ada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320CB520-8EEA-4EC3-EC9D-D80014119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49131" y="3510054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C20010D-528E-5872-11FC-DA2703887DD6}"/>
              </a:ext>
            </a:extLst>
          </p:cNvPr>
          <p:cNvGrpSpPr/>
          <p:nvPr/>
        </p:nvGrpSpPr>
        <p:grpSpPr>
          <a:xfrm>
            <a:off x="-7847639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3929D3A-3565-6570-E8FE-E774E716262C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6FCC955-24C8-252A-0A10-3236EDE56DF6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8B81835-85C7-E82F-3B05-B12BF9BD0801}"/>
                </a:ext>
              </a:extLst>
            </p:cNvPr>
            <p:cNvSpPr txBox="1"/>
            <p:nvPr/>
          </p:nvSpPr>
          <p:spPr>
            <a:xfrm rot="16200000">
              <a:off x="9117129" y="3251166"/>
              <a:ext cx="1992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 boost </a:t>
              </a:r>
              <a:endParaRPr lang="en-US" sz="40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3D920629-A730-442B-CBB0-62FCBD6C80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8CEB767-C0A7-BAF5-1577-15D80E1E43C6}"/>
              </a:ext>
            </a:extLst>
          </p:cNvPr>
          <p:cNvGrpSpPr/>
          <p:nvPr/>
        </p:nvGrpSpPr>
        <p:grpSpPr>
          <a:xfrm>
            <a:off x="-7985197" y="0"/>
            <a:ext cx="9574094" cy="6858000"/>
            <a:chOff x="491575" y="0"/>
            <a:chExt cx="9574094" cy="685800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E5DACCD-1E9C-192D-6084-92DB75ECA29F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E873E07-4CA8-B473-916D-95AF977FBACB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92582C8-C8B9-DB53-B14F-858553385025}"/>
                </a:ext>
              </a:extLst>
            </p:cNvPr>
            <p:cNvSpPr txBox="1"/>
            <p:nvPr/>
          </p:nvSpPr>
          <p:spPr>
            <a:xfrm rot="16200000">
              <a:off x="8746452" y="3220385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LG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7AF9B99F-C1E3-CD74-BC15-4518E1F1F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AFFDBB81-F10B-0C70-7EA7-2E199AB6620A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250D31F-F684-B888-09B6-8EBCA1F2E026}"/>
              </a:ext>
            </a:extLst>
          </p:cNvPr>
          <p:cNvGrpSpPr/>
          <p:nvPr/>
        </p:nvGrpSpPr>
        <p:grpSpPr>
          <a:xfrm>
            <a:off x="-7638543" y="-1"/>
            <a:ext cx="8692331" cy="6858000"/>
            <a:chOff x="718505" y="-1"/>
            <a:chExt cx="8692331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30938BC-7C24-69B2-D28D-905291B78A40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DEFF7DA6-923B-00B5-8D36-FED776A878AA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3F32C9A-A8EC-7140-72D0-80CB9C911C52}"/>
                </a:ext>
              </a:extLst>
            </p:cNvPr>
            <p:cNvSpPr txBox="1"/>
            <p:nvPr/>
          </p:nvSpPr>
          <p:spPr>
            <a:xfrm rot="16200000">
              <a:off x="8091629" y="3312718"/>
              <a:ext cx="19920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XG, LG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3474A226-AC1A-B3D1-92F4-1DE95D0FB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C2E27ED-7E54-01A3-1E47-D7A122FB9ECA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EA5DE56-5254-E44A-32C1-81751108C2A8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3F4C949-5453-8234-7A81-569401A68B77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3A25067-5DE1-C868-5B43-9A6002A55011}"/>
                </a:ext>
              </a:extLst>
            </p:cNvPr>
            <p:cNvSpPr txBox="1"/>
            <p:nvPr/>
          </p:nvSpPr>
          <p:spPr>
            <a:xfrm rot="16200000">
              <a:off x="-738260" y="3220386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Summary</a:t>
              </a: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A302AAA-2E58-6409-DF50-3A676B9C8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173FEC4-E6D8-F7E3-6653-057117D1A63D}"/>
              </a:ext>
            </a:extLst>
          </p:cNvPr>
          <p:cNvGrpSpPr/>
          <p:nvPr/>
        </p:nvGrpSpPr>
        <p:grpSpPr>
          <a:xfrm>
            <a:off x="3970964" y="3428999"/>
            <a:ext cx="6791601" cy="1311972"/>
            <a:chOff x="3124985" y="3874286"/>
            <a:chExt cx="6791601" cy="1311972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A76AF2E-C944-BB4F-F506-D3E478C094FA}"/>
                </a:ext>
              </a:extLst>
            </p:cNvPr>
            <p:cNvSpPr txBox="1"/>
            <p:nvPr/>
          </p:nvSpPr>
          <p:spPr>
            <a:xfrm>
              <a:off x="4168474" y="3874286"/>
              <a:ext cx="40454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200" dirty="0">
                <a:solidFill>
                  <a:srgbClr val="03A1A4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545C616-F7AB-E814-66A0-66273843604A}"/>
                </a:ext>
              </a:extLst>
            </p:cNvPr>
            <p:cNvSpPr txBox="1"/>
            <p:nvPr/>
          </p:nvSpPr>
          <p:spPr>
            <a:xfrm>
              <a:off x="4868805" y="4379315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A239249-0C3D-5A76-4746-558A485B8D56}"/>
                </a:ext>
              </a:extLst>
            </p:cNvPr>
            <p:cNvSpPr txBox="1"/>
            <p:nvPr/>
          </p:nvSpPr>
          <p:spPr>
            <a:xfrm>
              <a:off x="4868805" y="4816926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2F994AA-E1A4-A3A1-2440-D3CDB84B468D}"/>
                </a:ext>
              </a:extLst>
            </p:cNvPr>
            <p:cNvSpPr txBox="1"/>
            <p:nvPr/>
          </p:nvSpPr>
          <p:spPr>
            <a:xfrm>
              <a:off x="3124985" y="4610147"/>
              <a:ext cx="67916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D5A2324-CD66-7FBC-857B-22C0B6D42279}"/>
              </a:ext>
            </a:extLst>
          </p:cNvPr>
          <p:cNvSpPr/>
          <p:nvPr/>
        </p:nvSpPr>
        <p:spPr>
          <a:xfrm>
            <a:off x="3625516" y="1106905"/>
            <a:ext cx="6791601" cy="44597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975E6D0-E4EF-6822-4F94-1CD798CE81DD}"/>
              </a:ext>
            </a:extLst>
          </p:cNvPr>
          <p:cNvGrpSpPr/>
          <p:nvPr/>
        </p:nvGrpSpPr>
        <p:grpSpPr>
          <a:xfrm>
            <a:off x="5463514" y="3249627"/>
            <a:ext cx="1636556" cy="455016"/>
            <a:chOff x="3977674" y="3999588"/>
            <a:chExt cx="1636556" cy="45501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20828FB-5346-F6CE-261D-B1F0C7279032}"/>
                </a:ext>
              </a:extLst>
            </p:cNvPr>
            <p:cNvSpPr txBox="1"/>
            <p:nvPr/>
          </p:nvSpPr>
          <p:spPr>
            <a:xfrm>
              <a:off x="4022648" y="3999588"/>
              <a:ext cx="1591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b="1" dirty="0">
                <a:solidFill>
                  <a:srgbClr val="52CBBE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F4F4310-6667-19E4-3011-6BC00CC5BB28}"/>
                </a:ext>
              </a:extLst>
            </p:cNvPr>
            <p:cNvSpPr txBox="1"/>
            <p:nvPr/>
          </p:nvSpPr>
          <p:spPr>
            <a:xfrm>
              <a:off x="3977674" y="4146827"/>
              <a:ext cx="1591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4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7926E55C-612E-94CC-4B59-67CAA60F1B42}"/>
              </a:ext>
            </a:extLst>
          </p:cNvPr>
          <p:cNvSpPr txBox="1"/>
          <p:nvPr/>
        </p:nvSpPr>
        <p:spPr>
          <a:xfrm>
            <a:off x="7839744" y="3515184"/>
            <a:ext cx="1591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400" b="1" dirty="0">
              <a:solidFill>
                <a:srgbClr val="A6A6A6"/>
              </a:solidFill>
              <a:latin typeface="Tw Cen MT" panose="020B0602020104020603" pitchFamily="34" charset="0"/>
            </a:endParaRPr>
          </a:p>
        </p:txBody>
      </p:sp>
      <p:pic>
        <p:nvPicPr>
          <p:cNvPr id="7" name="Picture 6" descr="A diagram of a diagram of a new method&#10;&#10;AI-generated content may be incorrect.">
            <a:extLst>
              <a:ext uri="{FF2B5EF4-FFF2-40B4-BE49-F238E27FC236}">
                <a16:creationId xmlns:a16="http://schemas.microsoft.com/office/drawing/2014/main" id="{CDA6B883-5033-444D-648B-6870D073FE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0887" y="1155467"/>
            <a:ext cx="7823404" cy="492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336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C3DDB-9E8B-757D-587E-B75AAA3B0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29B1F1CB-EFBF-1227-31B1-2A28840AAAD0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F2E67C9-C97E-9CAB-24A4-42575ED54401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F1EAF55-050E-1086-3917-CA5E2066BFC0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81C39F5-3F58-D263-C9A7-FA99616C92CA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Intro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48FEEEB0-B486-5D33-8A2B-5A6531832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082E366-B6E8-79B2-C120-05B0DC3BEDA8}"/>
              </a:ext>
            </a:extLst>
          </p:cNvPr>
          <p:cNvGrpSpPr/>
          <p:nvPr/>
        </p:nvGrpSpPr>
        <p:grpSpPr>
          <a:xfrm>
            <a:off x="226788" y="-2"/>
            <a:ext cx="11447501" cy="6858000"/>
            <a:chOff x="213096" y="0"/>
            <a:chExt cx="11447501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167D31F-D358-570A-E52E-5B3B1C91B37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E28D2CB4-2EAF-0580-B515-49AEDFC9A44F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9388CB3-D645-BC42-DAFB-5CD35ECFD5CD}"/>
                </a:ext>
              </a:extLst>
            </p:cNvPr>
            <p:cNvSpPr txBox="1"/>
            <p:nvPr/>
          </p:nvSpPr>
          <p:spPr>
            <a:xfrm rot="16200000">
              <a:off x="10341391" y="3167389"/>
              <a:ext cx="1992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Ada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7F168424-9BB2-E296-B64F-1AF35A000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6CAEB12-51D9-0D0C-8917-61823EFEA4C5}"/>
              </a:ext>
            </a:extLst>
          </p:cNvPr>
          <p:cNvGrpSpPr/>
          <p:nvPr/>
        </p:nvGrpSpPr>
        <p:grpSpPr>
          <a:xfrm>
            <a:off x="1184133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91BDB18-24F0-CEE4-63AE-E25676BBC44F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45ED920-2FAB-D3A7-067D-0289C1122DB7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61DBCFA-81DC-6BBA-A408-E576E5D9A356}"/>
                </a:ext>
              </a:extLst>
            </p:cNvPr>
            <p:cNvSpPr txBox="1"/>
            <p:nvPr/>
          </p:nvSpPr>
          <p:spPr>
            <a:xfrm rot="16200000">
              <a:off x="9117129" y="3251166"/>
              <a:ext cx="1992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 boost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AE5BD052-3F4A-E8AD-8D93-F2A52F48E2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0208265B-7009-0069-F01D-C3AFB1D6D33F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DB72FF3-80D9-52E8-BC45-9B86786E704D}"/>
              </a:ext>
            </a:extLst>
          </p:cNvPr>
          <p:cNvGrpSpPr/>
          <p:nvPr/>
        </p:nvGrpSpPr>
        <p:grpSpPr>
          <a:xfrm>
            <a:off x="-8012002" y="0"/>
            <a:ext cx="9574094" cy="6858000"/>
            <a:chOff x="491575" y="0"/>
            <a:chExt cx="9574094" cy="685800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ED97AA71-6350-14FA-A442-0FC05CA276EF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13448DC8-0C49-169C-D9DB-569BE2BBBD5A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26C4CE1-5792-9E58-069A-10F9B707FA5F}"/>
                </a:ext>
              </a:extLst>
            </p:cNvPr>
            <p:cNvSpPr txBox="1"/>
            <p:nvPr/>
          </p:nvSpPr>
          <p:spPr>
            <a:xfrm rot="16200000">
              <a:off x="8746453" y="3220388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LG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84B79CE1-46EE-E369-E6FB-6AD4338FD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3606085-3889-42F5-B1C6-81FD3A914AFD}"/>
              </a:ext>
            </a:extLst>
          </p:cNvPr>
          <p:cNvGrpSpPr/>
          <p:nvPr/>
        </p:nvGrpSpPr>
        <p:grpSpPr>
          <a:xfrm>
            <a:off x="-7638543" y="-1"/>
            <a:ext cx="8692331" cy="6858000"/>
            <a:chOff x="718505" y="-1"/>
            <a:chExt cx="8692331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2535EE8-AD6A-B768-C8E8-E2B576DCE184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29B98A8-88ED-9389-F44B-F4D039B44CA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84ED732-3C0A-43A2-790A-345EC06F7C99}"/>
                </a:ext>
              </a:extLst>
            </p:cNvPr>
            <p:cNvSpPr txBox="1"/>
            <p:nvPr/>
          </p:nvSpPr>
          <p:spPr>
            <a:xfrm rot="16200000">
              <a:off x="8091629" y="3312719"/>
              <a:ext cx="19920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XG, LG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40DFADB4-322A-10D9-2FAF-174473BBF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8D7120E-4510-DB64-7712-691E80C4BD55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3473718-98E6-CD95-559A-376514676DCB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4B487525-3F93-9202-8FB8-237173A09B33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C6A4DE6-17C1-0CF6-6CC8-982A389E978D}"/>
                </a:ext>
              </a:extLst>
            </p:cNvPr>
            <p:cNvSpPr txBox="1"/>
            <p:nvPr/>
          </p:nvSpPr>
          <p:spPr>
            <a:xfrm rot="16200000">
              <a:off x="-738260" y="3220386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Summary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35207F04-C051-D809-D143-4362094E7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104" name="Oval 103">
            <a:extLst>
              <a:ext uri="{FF2B5EF4-FFF2-40B4-BE49-F238E27FC236}">
                <a16:creationId xmlns:a16="http://schemas.microsoft.com/office/drawing/2014/main" id="{9F93E254-CF5C-4D2C-BFC8-811A412705E1}"/>
              </a:ext>
            </a:extLst>
          </p:cNvPr>
          <p:cNvSpPr/>
          <p:nvPr/>
        </p:nvSpPr>
        <p:spPr>
          <a:xfrm>
            <a:off x="5513411" y="1741319"/>
            <a:ext cx="2075350" cy="2075350"/>
          </a:xfrm>
          <a:prstGeom prst="ellipse">
            <a:avLst/>
          </a:prstGeom>
          <a:solidFill>
            <a:srgbClr val="00A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XG BOOST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4F131363-22DD-ED0C-7AF8-DB52ECF08B4D}"/>
              </a:ext>
            </a:extLst>
          </p:cNvPr>
          <p:cNvGrpSpPr/>
          <p:nvPr/>
        </p:nvGrpSpPr>
        <p:grpSpPr>
          <a:xfrm>
            <a:off x="5433392" y="1909734"/>
            <a:ext cx="662608" cy="523220"/>
            <a:chOff x="662610" y="2123782"/>
            <a:chExt cx="662608" cy="523220"/>
          </a:xfrm>
        </p:grpSpPr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995BEF6D-F138-CB29-C5CB-E52915FA4008}"/>
                </a:ext>
              </a:extLst>
            </p:cNvPr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E4218B59-9615-3EE7-A068-A418AE6FD227}"/>
                </a:ext>
              </a:extLst>
            </p:cNvPr>
            <p:cNvSpPr txBox="1"/>
            <p:nvPr/>
          </p:nvSpPr>
          <p:spPr>
            <a:xfrm>
              <a:off x="662610" y="2154559"/>
              <a:ext cx="662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02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6CBC657-5633-3BA0-C5D3-A5CA16BD883A}"/>
              </a:ext>
            </a:extLst>
          </p:cNvPr>
          <p:cNvGrpSpPr/>
          <p:nvPr/>
        </p:nvGrpSpPr>
        <p:grpSpPr>
          <a:xfrm>
            <a:off x="1188859" y="4112242"/>
            <a:ext cx="3048141" cy="899274"/>
            <a:chOff x="363637" y="4416136"/>
            <a:chExt cx="3048141" cy="899274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0F0E974-EB77-5E24-DE70-2307E4A6247B}"/>
                </a:ext>
              </a:extLst>
            </p:cNvPr>
            <p:cNvSpPr txBox="1"/>
            <p:nvPr/>
          </p:nvSpPr>
          <p:spPr>
            <a:xfrm>
              <a:off x="466266" y="4416136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596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364824E1-DD63-7973-C67E-41F2DED280CB}"/>
                </a:ext>
              </a:extLst>
            </p:cNvPr>
            <p:cNvSpPr txBox="1"/>
            <p:nvPr/>
          </p:nvSpPr>
          <p:spPr>
            <a:xfrm>
              <a:off x="466266" y="4853747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E0E2A31C-205C-ED62-7F4D-D7211065E9AC}"/>
                </a:ext>
              </a:extLst>
            </p:cNvPr>
            <p:cNvSpPr txBox="1"/>
            <p:nvPr/>
          </p:nvSpPr>
          <p:spPr>
            <a:xfrm>
              <a:off x="363637" y="4853745"/>
              <a:ext cx="30481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C1E2ECC0-97B6-C5F0-E1D0-A7BCB7014C64}"/>
              </a:ext>
            </a:extLst>
          </p:cNvPr>
          <p:cNvGrpSpPr/>
          <p:nvPr/>
        </p:nvGrpSpPr>
        <p:grpSpPr>
          <a:xfrm>
            <a:off x="3806113" y="4029278"/>
            <a:ext cx="4168841" cy="1258519"/>
            <a:chOff x="3143051" y="4333172"/>
            <a:chExt cx="4168841" cy="1258519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1328CAEE-B899-596F-07E5-2B4CB3923167}"/>
                </a:ext>
              </a:extLst>
            </p:cNvPr>
            <p:cNvSpPr txBox="1"/>
            <p:nvPr/>
          </p:nvSpPr>
          <p:spPr>
            <a:xfrm>
              <a:off x="4667121" y="4333172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3A1A4"/>
                  </a:solidFill>
                  <a:latin typeface="Tw Cen MT" panose="020B0602020104020603" pitchFamily="34" charset="0"/>
                </a:rPr>
                <a:t>XG BOOST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6652F5F2-0334-6A01-A7E8-D5415A128770}"/>
                </a:ext>
              </a:extLst>
            </p:cNvPr>
            <p:cNvSpPr txBox="1"/>
            <p:nvPr/>
          </p:nvSpPr>
          <p:spPr>
            <a:xfrm>
              <a:off x="3344736" y="4853747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5BB55D61-6EAF-B0CC-2CB7-C86283641648}"/>
                </a:ext>
              </a:extLst>
            </p:cNvPr>
            <p:cNvSpPr txBox="1"/>
            <p:nvPr/>
          </p:nvSpPr>
          <p:spPr>
            <a:xfrm>
              <a:off x="3143051" y="5222359"/>
              <a:ext cx="30481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DB237AAE-69B8-DE3E-A77D-E1B15BABB587}"/>
              </a:ext>
            </a:extLst>
          </p:cNvPr>
          <p:cNvGrpSpPr/>
          <p:nvPr/>
        </p:nvGrpSpPr>
        <p:grpSpPr>
          <a:xfrm>
            <a:off x="6578020" y="4549853"/>
            <a:ext cx="3048141" cy="737944"/>
            <a:chOff x="6191192" y="4853747"/>
            <a:chExt cx="3048141" cy="737944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EBB99EE4-D247-9846-8ED8-1D1BD3A405ED}"/>
                </a:ext>
              </a:extLst>
            </p:cNvPr>
            <p:cNvSpPr txBox="1"/>
            <p:nvPr/>
          </p:nvSpPr>
          <p:spPr>
            <a:xfrm>
              <a:off x="6392877" y="4853747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2447D2E6-0D5E-78CD-1ABC-2AA0F005DD03}"/>
                </a:ext>
              </a:extLst>
            </p:cNvPr>
            <p:cNvSpPr txBox="1"/>
            <p:nvPr/>
          </p:nvSpPr>
          <p:spPr>
            <a:xfrm>
              <a:off x="6191192" y="5222359"/>
              <a:ext cx="30481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2335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54DC6-4F58-C691-27F5-A52E18BA8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41DB1147-72EB-14D1-313D-B75D45027276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28F96BB-DD04-957F-A0B6-850A6B60EBE2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D9EF8E4-4C87-712A-41B4-BD6509592050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C8B28B2-ED2A-EC27-51BC-7931D7029901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Intro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4F3BDA42-A9DC-BE93-8A53-908BBF49F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DD11F6D-F60A-8E1A-D1E8-764081FD40DF}"/>
              </a:ext>
            </a:extLst>
          </p:cNvPr>
          <p:cNvGrpSpPr/>
          <p:nvPr/>
        </p:nvGrpSpPr>
        <p:grpSpPr>
          <a:xfrm>
            <a:off x="226788" y="-2"/>
            <a:ext cx="11447501" cy="6858000"/>
            <a:chOff x="213096" y="0"/>
            <a:chExt cx="11447501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BE4B062-215B-6A9C-500C-21EE2B42EC6F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AD32540-DA46-FCCF-60C8-6B593E3BAE1B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7C05C4D-E04D-DF9B-3C4E-AB94ABB7AF68}"/>
                </a:ext>
              </a:extLst>
            </p:cNvPr>
            <p:cNvSpPr txBox="1"/>
            <p:nvPr/>
          </p:nvSpPr>
          <p:spPr>
            <a:xfrm rot="16200000">
              <a:off x="10341391" y="3167389"/>
              <a:ext cx="1992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Ada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313F56D0-BF10-F6DB-F850-EBAF78DB4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DEB6EA2-A8C2-D732-EB93-F98C1500651B}"/>
              </a:ext>
            </a:extLst>
          </p:cNvPr>
          <p:cNvGrpSpPr/>
          <p:nvPr/>
        </p:nvGrpSpPr>
        <p:grpSpPr>
          <a:xfrm>
            <a:off x="1184133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1D88354-F634-376D-06EF-FC5E61A60B28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50B34B1-7396-B802-BC3F-DF72BE8650D7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6F8EDA9-BC92-EBBA-2812-DDB58A7AE090}"/>
                </a:ext>
              </a:extLst>
            </p:cNvPr>
            <p:cNvSpPr txBox="1"/>
            <p:nvPr/>
          </p:nvSpPr>
          <p:spPr>
            <a:xfrm rot="16200000">
              <a:off x="9117129" y="3251166"/>
              <a:ext cx="1992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 boost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30A1F52C-13DD-FCBE-EEAF-ACF6C16A1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5839FFC9-B3A4-9A2A-BD98-4A310E313327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C805866-EAD0-8205-9C45-6BDA610825C5}"/>
              </a:ext>
            </a:extLst>
          </p:cNvPr>
          <p:cNvGrpSpPr/>
          <p:nvPr/>
        </p:nvGrpSpPr>
        <p:grpSpPr>
          <a:xfrm>
            <a:off x="-8012002" y="0"/>
            <a:ext cx="9574094" cy="6858000"/>
            <a:chOff x="491575" y="0"/>
            <a:chExt cx="9574094" cy="685800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6BC4B0C-CE5B-6EDB-7242-91529134B42D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909E975-6F46-06DA-A6FF-BAEAE8F0B05E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08B8C3C0-1AAE-C3B7-52D6-85CFF4FBF870}"/>
                </a:ext>
              </a:extLst>
            </p:cNvPr>
            <p:cNvSpPr txBox="1"/>
            <p:nvPr/>
          </p:nvSpPr>
          <p:spPr>
            <a:xfrm rot="16200000">
              <a:off x="8746453" y="3220388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LG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2B21C3A8-F160-1F98-E9E3-959918128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0BAC37B-6485-6658-F1FB-AF725D3D4FD8}"/>
              </a:ext>
            </a:extLst>
          </p:cNvPr>
          <p:cNvGrpSpPr/>
          <p:nvPr/>
        </p:nvGrpSpPr>
        <p:grpSpPr>
          <a:xfrm>
            <a:off x="-7638543" y="-1"/>
            <a:ext cx="8692331" cy="6858000"/>
            <a:chOff x="718505" y="-1"/>
            <a:chExt cx="8692331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CABD6CD-811A-E1A7-F266-97C9A21B8129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1AAE746D-4992-D71D-E434-BAD6F0A9138C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AFA2BEE-937A-7F5A-82EE-203AD4C3BFEE}"/>
                </a:ext>
              </a:extLst>
            </p:cNvPr>
            <p:cNvSpPr txBox="1"/>
            <p:nvPr/>
          </p:nvSpPr>
          <p:spPr>
            <a:xfrm rot="16200000">
              <a:off x="8091629" y="3312719"/>
              <a:ext cx="19920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XG, LG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414844B8-BD34-E367-BD4C-26889110C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CA557A3-67D8-2E44-B603-7B72BECCECD5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6361416-D713-E5E5-5A0E-EA120C2A04CF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E71C63E-9C90-3ABB-AC45-A5151DAA2E37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996F732-A6A1-3351-8BFC-EBBCC0F85C0C}"/>
                </a:ext>
              </a:extLst>
            </p:cNvPr>
            <p:cNvSpPr txBox="1"/>
            <p:nvPr/>
          </p:nvSpPr>
          <p:spPr>
            <a:xfrm rot="16200000">
              <a:off x="-738260" y="3220386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Summary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49273806-2D6C-C622-7478-DA41DF589B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C323F9F-580D-1990-842C-AE3C6F07B32D}"/>
              </a:ext>
            </a:extLst>
          </p:cNvPr>
          <p:cNvGrpSpPr/>
          <p:nvPr/>
        </p:nvGrpSpPr>
        <p:grpSpPr>
          <a:xfrm>
            <a:off x="1188859" y="4112242"/>
            <a:ext cx="3048141" cy="899274"/>
            <a:chOff x="363637" y="4416136"/>
            <a:chExt cx="3048141" cy="899274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723A4708-F3F3-A6F0-D0AB-909A86675BC1}"/>
                </a:ext>
              </a:extLst>
            </p:cNvPr>
            <p:cNvSpPr txBox="1"/>
            <p:nvPr/>
          </p:nvSpPr>
          <p:spPr>
            <a:xfrm>
              <a:off x="466266" y="4416136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596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D2E7AC1-814C-7CC3-29D5-D34CAF045A4A}"/>
                </a:ext>
              </a:extLst>
            </p:cNvPr>
            <p:cNvSpPr txBox="1"/>
            <p:nvPr/>
          </p:nvSpPr>
          <p:spPr>
            <a:xfrm>
              <a:off x="466266" y="4853747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B7565F6-5523-5566-FC20-2912AC54E37E}"/>
                </a:ext>
              </a:extLst>
            </p:cNvPr>
            <p:cNvSpPr txBox="1"/>
            <p:nvPr/>
          </p:nvSpPr>
          <p:spPr>
            <a:xfrm>
              <a:off x="363637" y="4853745"/>
              <a:ext cx="30481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CFFC664-CF58-4972-D915-6A86F151A5CC}"/>
              </a:ext>
            </a:extLst>
          </p:cNvPr>
          <p:cNvGrpSpPr/>
          <p:nvPr/>
        </p:nvGrpSpPr>
        <p:grpSpPr>
          <a:xfrm>
            <a:off x="3806113" y="4029278"/>
            <a:ext cx="4168841" cy="1258519"/>
            <a:chOff x="3143051" y="4333172"/>
            <a:chExt cx="4168841" cy="1258519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C62C014E-F6DE-42AD-E64D-6C70A6C1DE2B}"/>
                </a:ext>
              </a:extLst>
            </p:cNvPr>
            <p:cNvSpPr txBox="1"/>
            <p:nvPr/>
          </p:nvSpPr>
          <p:spPr>
            <a:xfrm>
              <a:off x="4667121" y="4333172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03A1A4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0BD6CD44-A078-4AE3-FA44-87ABCB35B303}"/>
                </a:ext>
              </a:extLst>
            </p:cNvPr>
            <p:cNvSpPr txBox="1"/>
            <p:nvPr/>
          </p:nvSpPr>
          <p:spPr>
            <a:xfrm>
              <a:off x="3344736" y="4853747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93F4974-671E-0CA2-2C4E-51E4AE7E0803}"/>
                </a:ext>
              </a:extLst>
            </p:cNvPr>
            <p:cNvSpPr txBox="1"/>
            <p:nvPr/>
          </p:nvSpPr>
          <p:spPr>
            <a:xfrm>
              <a:off x="3143051" y="5222359"/>
              <a:ext cx="30481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F1889E8B-41E6-5C09-B85B-581E734FF594}"/>
              </a:ext>
            </a:extLst>
          </p:cNvPr>
          <p:cNvGrpSpPr/>
          <p:nvPr/>
        </p:nvGrpSpPr>
        <p:grpSpPr>
          <a:xfrm>
            <a:off x="6578020" y="4549853"/>
            <a:ext cx="3048141" cy="737944"/>
            <a:chOff x="6191192" y="4853747"/>
            <a:chExt cx="3048141" cy="737944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2AF06CEB-01DA-34B4-D5FE-EEB3205369D0}"/>
                </a:ext>
              </a:extLst>
            </p:cNvPr>
            <p:cNvSpPr txBox="1"/>
            <p:nvPr/>
          </p:nvSpPr>
          <p:spPr>
            <a:xfrm>
              <a:off x="6392877" y="4853747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121FD1A0-821D-E487-AE8B-F2DC302A1EA4}"/>
                </a:ext>
              </a:extLst>
            </p:cNvPr>
            <p:cNvSpPr txBox="1"/>
            <p:nvPr/>
          </p:nvSpPr>
          <p:spPr>
            <a:xfrm>
              <a:off x="6191192" y="5222359"/>
              <a:ext cx="30481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pic>
        <p:nvPicPr>
          <p:cNvPr id="3" name="Picture 2" descr="A diagram of a network&#10;&#10;AI-generated content may be incorrect.">
            <a:extLst>
              <a:ext uri="{FF2B5EF4-FFF2-40B4-BE49-F238E27FC236}">
                <a16:creationId xmlns:a16="http://schemas.microsoft.com/office/drawing/2014/main" id="{426EB123-DB27-30D6-526B-F0FB21AE85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50" b="15193"/>
          <a:stretch>
            <a:fillRect/>
          </a:stretch>
        </p:blipFill>
        <p:spPr>
          <a:xfrm>
            <a:off x="1790700" y="1779814"/>
            <a:ext cx="7706645" cy="323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388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AF03A-1B7D-90AC-5416-5E53DD6DB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A12965CE-2DE5-EB91-4BDB-04C2FD4C3185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7CE0F0B-9EC8-88C4-D94D-7307F476E68E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3F79842-9368-D59F-666B-B8994AD8BAD0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EA8E1B-540B-BB65-3261-F0BD4CD1C53F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Intro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156D8E08-6B6B-1431-BC93-49DC46BA1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5B67AA5-1790-13BD-7297-8990E10529D3}"/>
              </a:ext>
            </a:extLst>
          </p:cNvPr>
          <p:cNvGrpSpPr/>
          <p:nvPr/>
        </p:nvGrpSpPr>
        <p:grpSpPr>
          <a:xfrm>
            <a:off x="226788" y="-2"/>
            <a:ext cx="11447501" cy="6858000"/>
            <a:chOff x="213096" y="0"/>
            <a:chExt cx="11447501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DB4A774-0F98-B133-4839-CAB66159EB64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22C7D9D-ED6E-C830-0730-E3C0307C05E6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7BFBBA9-692D-C40B-404C-919C65111069}"/>
                </a:ext>
              </a:extLst>
            </p:cNvPr>
            <p:cNvSpPr txBox="1"/>
            <p:nvPr/>
          </p:nvSpPr>
          <p:spPr>
            <a:xfrm rot="16200000">
              <a:off x="10341391" y="3167389"/>
              <a:ext cx="1992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Ada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A3D0D674-9445-0013-684E-7E87762D0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A5EA6A9-CA6E-F6C4-A48A-732F02491408}"/>
              </a:ext>
            </a:extLst>
          </p:cNvPr>
          <p:cNvGrpSpPr/>
          <p:nvPr/>
        </p:nvGrpSpPr>
        <p:grpSpPr>
          <a:xfrm>
            <a:off x="1184133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711770E-999A-8342-4F31-C478EF690DA8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D5001AD-B37A-8FF0-EE97-DF0A7A286786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54C5DBF-5B7F-1DFF-3382-43201C67D544}"/>
                </a:ext>
              </a:extLst>
            </p:cNvPr>
            <p:cNvSpPr txBox="1"/>
            <p:nvPr/>
          </p:nvSpPr>
          <p:spPr>
            <a:xfrm rot="16200000">
              <a:off x="9117129" y="3251166"/>
              <a:ext cx="1992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 boost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29831747-8395-F5A3-7B8E-2CB41A6F0D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A2572EA5-7DDA-DEF9-8BE5-8735650CF18C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05CD786-717E-B4BB-7D9D-F45B9B13C0E5}"/>
              </a:ext>
            </a:extLst>
          </p:cNvPr>
          <p:cNvGrpSpPr/>
          <p:nvPr/>
        </p:nvGrpSpPr>
        <p:grpSpPr>
          <a:xfrm>
            <a:off x="-8012002" y="0"/>
            <a:ext cx="9574094" cy="6858000"/>
            <a:chOff x="491575" y="0"/>
            <a:chExt cx="9574094" cy="685800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5930DCB8-D24E-41B9-3267-8E7471CDC01D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9F4DAC97-F66C-7011-03F3-205AA726962E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8A90999-12C7-66AF-D65F-46B14120AED3}"/>
                </a:ext>
              </a:extLst>
            </p:cNvPr>
            <p:cNvSpPr txBox="1"/>
            <p:nvPr/>
          </p:nvSpPr>
          <p:spPr>
            <a:xfrm rot="16200000">
              <a:off x="8746453" y="3220388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LG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6F492142-0508-EB08-8BB3-2756E337D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E71FC7D-336A-D6A7-23B4-0385DDFC3A62}"/>
              </a:ext>
            </a:extLst>
          </p:cNvPr>
          <p:cNvGrpSpPr/>
          <p:nvPr/>
        </p:nvGrpSpPr>
        <p:grpSpPr>
          <a:xfrm>
            <a:off x="-7638543" y="-1"/>
            <a:ext cx="8692331" cy="6858000"/>
            <a:chOff x="718505" y="-1"/>
            <a:chExt cx="8692331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E321B8E-103F-A01D-CF35-D3CA1841E994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ECB5BE2-004B-2EFA-1CCA-782BE3AA0D92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19752A0-100C-F41D-DB25-FD57F51D55DB}"/>
                </a:ext>
              </a:extLst>
            </p:cNvPr>
            <p:cNvSpPr txBox="1"/>
            <p:nvPr/>
          </p:nvSpPr>
          <p:spPr>
            <a:xfrm rot="16200000">
              <a:off x="8091629" y="3312719"/>
              <a:ext cx="19920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XG, LG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26665C10-6D14-3686-A978-E60128C8C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67D19C1-49EF-777D-570B-C1E888A7B480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91C99C1-248D-2C75-C64D-B9522B78F8A0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DC1DA6E-3A73-0BBA-90F5-AB0A8F55C284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F5D3922-53A4-8C63-463B-F0524E5D708F}"/>
                </a:ext>
              </a:extLst>
            </p:cNvPr>
            <p:cNvSpPr txBox="1"/>
            <p:nvPr/>
          </p:nvSpPr>
          <p:spPr>
            <a:xfrm rot="16200000">
              <a:off x="-738260" y="3220386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Summary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0CBA2553-5002-C25D-4FF6-DA1CAFD1C7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51E2078A-AC26-435E-97EA-D9DC55EB1C06}"/>
              </a:ext>
            </a:extLst>
          </p:cNvPr>
          <p:cNvGrpSpPr/>
          <p:nvPr/>
        </p:nvGrpSpPr>
        <p:grpSpPr>
          <a:xfrm>
            <a:off x="1188859" y="4112242"/>
            <a:ext cx="3048141" cy="899274"/>
            <a:chOff x="363637" y="4416136"/>
            <a:chExt cx="3048141" cy="899274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E2D80768-1D08-E242-9962-E191BA4E9D8C}"/>
                </a:ext>
              </a:extLst>
            </p:cNvPr>
            <p:cNvSpPr txBox="1"/>
            <p:nvPr/>
          </p:nvSpPr>
          <p:spPr>
            <a:xfrm>
              <a:off x="466266" y="4416136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596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C3598479-E756-A3E0-062C-F888468635C9}"/>
                </a:ext>
              </a:extLst>
            </p:cNvPr>
            <p:cNvSpPr txBox="1"/>
            <p:nvPr/>
          </p:nvSpPr>
          <p:spPr>
            <a:xfrm>
              <a:off x="466266" y="4853747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97A02ABC-D9D6-4A47-0E4D-50FB2FEDAE7D}"/>
                </a:ext>
              </a:extLst>
            </p:cNvPr>
            <p:cNvSpPr txBox="1"/>
            <p:nvPr/>
          </p:nvSpPr>
          <p:spPr>
            <a:xfrm>
              <a:off x="363637" y="4853745"/>
              <a:ext cx="30481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4F99885-9E87-E3D9-65BA-1BCB1EE112B2}"/>
              </a:ext>
            </a:extLst>
          </p:cNvPr>
          <p:cNvGrpSpPr/>
          <p:nvPr/>
        </p:nvGrpSpPr>
        <p:grpSpPr>
          <a:xfrm>
            <a:off x="3806113" y="4029278"/>
            <a:ext cx="4168841" cy="1258519"/>
            <a:chOff x="3143051" y="4333172"/>
            <a:chExt cx="4168841" cy="1258519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986C3144-11F5-3A06-CD95-0AA0B2FF6622}"/>
                </a:ext>
              </a:extLst>
            </p:cNvPr>
            <p:cNvSpPr txBox="1"/>
            <p:nvPr/>
          </p:nvSpPr>
          <p:spPr>
            <a:xfrm>
              <a:off x="4667121" y="4333172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03A1A4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C653AB78-10DE-92FD-1E24-FC466F9FEAFC}"/>
                </a:ext>
              </a:extLst>
            </p:cNvPr>
            <p:cNvSpPr txBox="1"/>
            <p:nvPr/>
          </p:nvSpPr>
          <p:spPr>
            <a:xfrm>
              <a:off x="3344736" y="4853747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16BAF03C-3462-5024-6A8B-B17CC8B6D5F1}"/>
                </a:ext>
              </a:extLst>
            </p:cNvPr>
            <p:cNvSpPr txBox="1"/>
            <p:nvPr/>
          </p:nvSpPr>
          <p:spPr>
            <a:xfrm>
              <a:off x="3143051" y="5222359"/>
              <a:ext cx="30481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CA0811C-C69E-5908-ADBE-5E0653B754B4}"/>
              </a:ext>
            </a:extLst>
          </p:cNvPr>
          <p:cNvGrpSpPr/>
          <p:nvPr/>
        </p:nvGrpSpPr>
        <p:grpSpPr>
          <a:xfrm>
            <a:off x="6578020" y="4549853"/>
            <a:ext cx="3048141" cy="737944"/>
            <a:chOff x="6191192" y="4853747"/>
            <a:chExt cx="3048141" cy="737944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284D33CE-92AF-DC49-55C7-8E626F616055}"/>
                </a:ext>
              </a:extLst>
            </p:cNvPr>
            <p:cNvSpPr txBox="1"/>
            <p:nvPr/>
          </p:nvSpPr>
          <p:spPr>
            <a:xfrm>
              <a:off x="6392877" y="4853747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162D158E-7A6E-3E04-14C9-8DD6EFC1D86F}"/>
                </a:ext>
              </a:extLst>
            </p:cNvPr>
            <p:cNvSpPr txBox="1"/>
            <p:nvPr/>
          </p:nvSpPr>
          <p:spPr>
            <a:xfrm>
              <a:off x="6191192" y="5222359"/>
              <a:ext cx="30481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pic>
        <p:nvPicPr>
          <p:cNvPr id="4" name="Picture 3" descr="A diagram of a tree&#10;&#10;AI-generated content may be incorrect.">
            <a:extLst>
              <a:ext uri="{FF2B5EF4-FFF2-40B4-BE49-F238E27FC236}">
                <a16:creationId xmlns:a16="http://schemas.microsoft.com/office/drawing/2014/main" id="{4552CD28-6093-7300-26BB-0F66D611D7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24"/>
          <a:stretch>
            <a:fillRect/>
          </a:stretch>
        </p:blipFill>
        <p:spPr>
          <a:xfrm>
            <a:off x="2010787" y="1534678"/>
            <a:ext cx="7774878" cy="375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70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3F867-5ED2-BDAC-AD7A-2397287D8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0F2DEDCF-CD8A-2ADA-619B-864DADF09052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AAFE180-5401-7A99-5686-A691ABA4A08B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9AFE029-E08A-E930-E99A-85951D450C33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C5F6C90-6304-5EDC-5797-86F143149740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Intro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22804804-63FA-E4CB-3951-29EA24469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40F056D-C6D5-0AFE-1606-F98932E47E24}"/>
              </a:ext>
            </a:extLst>
          </p:cNvPr>
          <p:cNvGrpSpPr/>
          <p:nvPr/>
        </p:nvGrpSpPr>
        <p:grpSpPr>
          <a:xfrm>
            <a:off x="226788" y="-2"/>
            <a:ext cx="11447501" cy="6858000"/>
            <a:chOff x="213096" y="0"/>
            <a:chExt cx="11447501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4CE6E1F-D649-C9E1-74BC-E80C3463E08F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BB633B7-D41B-7470-A565-1DBDB3267EDD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85FD16E-B0FF-C0BD-6AFE-3D4D3AD22C30}"/>
                </a:ext>
              </a:extLst>
            </p:cNvPr>
            <p:cNvSpPr txBox="1"/>
            <p:nvPr/>
          </p:nvSpPr>
          <p:spPr>
            <a:xfrm rot="16200000">
              <a:off x="10341391" y="3167389"/>
              <a:ext cx="1992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Ada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58BC955C-75F4-EAF3-1DDE-C7DB0C409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00F0F63-1001-DDF4-0BFB-F9ACCBAB5716}"/>
              </a:ext>
            </a:extLst>
          </p:cNvPr>
          <p:cNvGrpSpPr/>
          <p:nvPr/>
        </p:nvGrpSpPr>
        <p:grpSpPr>
          <a:xfrm>
            <a:off x="1184133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A6159FA-AE71-2EB3-E4BF-1983C337E80E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BE6D2C7-D338-D63C-8D4F-AB6A6E3A00DA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5BB9DA6-0E1A-57C9-4A9D-ACBC1F4400F6}"/>
                </a:ext>
              </a:extLst>
            </p:cNvPr>
            <p:cNvSpPr txBox="1"/>
            <p:nvPr/>
          </p:nvSpPr>
          <p:spPr>
            <a:xfrm rot="16200000">
              <a:off x="9117129" y="3251166"/>
              <a:ext cx="1992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 boost 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D5FF5B8A-95F8-76C7-3DC8-ACAAE316E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DFBD7866-D47F-693A-DDCF-FE3CA069AB33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5D196713-B76F-01D0-6A5C-35F9F693F695}"/>
              </a:ext>
            </a:extLst>
          </p:cNvPr>
          <p:cNvGrpSpPr/>
          <p:nvPr/>
        </p:nvGrpSpPr>
        <p:grpSpPr>
          <a:xfrm>
            <a:off x="1049062" y="0"/>
            <a:ext cx="9574094" cy="6858000"/>
            <a:chOff x="491575" y="0"/>
            <a:chExt cx="9574094" cy="685800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DEF2D060-283C-779C-B84A-EEED8594A2C8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2008A52-09DD-45D5-1CED-1B91787DB72E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146E407-D242-58F4-9870-1BAC669D8B36}"/>
                </a:ext>
              </a:extLst>
            </p:cNvPr>
            <p:cNvSpPr txBox="1"/>
            <p:nvPr/>
          </p:nvSpPr>
          <p:spPr>
            <a:xfrm rot="16200000">
              <a:off x="8746453" y="3220388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LG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069691A4-40F2-3EB0-03C1-9B6C5EAF2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A7A8996-34C3-D101-4283-9323494F8721}"/>
              </a:ext>
            </a:extLst>
          </p:cNvPr>
          <p:cNvGrpSpPr/>
          <p:nvPr/>
        </p:nvGrpSpPr>
        <p:grpSpPr>
          <a:xfrm>
            <a:off x="-7638543" y="-1"/>
            <a:ext cx="8692331" cy="6858000"/>
            <a:chOff x="718505" y="-1"/>
            <a:chExt cx="8692331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039E231-137C-3A96-491E-AA5B36CED7EC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3AC8E84C-059B-3D5D-23E1-F3604B5F410F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E3BDFA5-C847-E0AB-D44D-54CA4C033750}"/>
                </a:ext>
              </a:extLst>
            </p:cNvPr>
            <p:cNvSpPr txBox="1"/>
            <p:nvPr/>
          </p:nvSpPr>
          <p:spPr>
            <a:xfrm rot="16200000">
              <a:off x="8091629" y="3312719"/>
              <a:ext cx="19920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XG, LG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A3B75FC0-003F-BB1E-F526-5988A2835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65DA5EC-206D-0836-E0AC-AC7446C6989B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CDE1D7A8-3C66-E94B-FDE5-4B9AFD4D32B0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BAD6AC8-DA99-7FD4-242F-50917011D02A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4955EF6-8736-85EA-732E-D4A4A69BF295}"/>
                </a:ext>
              </a:extLst>
            </p:cNvPr>
            <p:cNvSpPr txBox="1"/>
            <p:nvPr/>
          </p:nvSpPr>
          <p:spPr>
            <a:xfrm rot="16200000">
              <a:off x="-738260" y="3220386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Summary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8AB7AB3A-FABD-B8C2-46C6-16698E510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107" name="Oval 106">
            <a:extLst>
              <a:ext uri="{FF2B5EF4-FFF2-40B4-BE49-F238E27FC236}">
                <a16:creationId xmlns:a16="http://schemas.microsoft.com/office/drawing/2014/main" id="{D8A416B9-DDAB-C9D0-044C-EEAE1BF16903}"/>
              </a:ext>
            </a:extLst>
          </p:cNvPr>
          <p:cNvSpPr/>
          <p:nvPr/>
        </p:nvSpPr>
        <p:spPr>
          <a:xfrm>
            <a:off x="4525803" y="1807785"/>
            <a:ext cx="2085652" cy="2085652"/>
          </a:xfrm>
          <a:prstGeom prst="ellipse">
            <a:avLst/>
          </a:prstGeom>
          <a:solidFill>
            <a:srgbClr val="5D7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LG BOOST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E80CAC30-6C51-BEBE-AB26-AA66B018E2A1}"/>
              </a:ext>
            </a:extLst>
          </p:cNvPr>
          <p:cNvGrpSpPr/>
          <p:nvPr/>
        </p:nvGrpSpPr>
        <p:grpSpPr>
          <a:xfrm>
            <a:off x="4503282" y="1924882"/>
            <a:ext cx="662608" cy="508072"/>
            <a:chOff x="662610" y="2131356"/>
            <a:chExt cx="662608" cy="508072"/>
          </a:xfrm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58B30F0C-F410-3931-EF57-618E87BB8175}"/>
                </a:ext>
              </a:extLst>
            </p:cNvPr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42FB4205-67CC-7384-FC45-17780B1E4588}"/>
                </a:ext>
              </a:extLst>
            </p:cNvPr>
            <p:cNvSpPr txBox="1"/>
            <p:nvPr/>
          </p:nvSpPr>
          <p:spPr>
            <a:xfrm>
              <a:off x="662610" y="2154558"/>
              <a:ext cx="662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03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3EF644A-33AA-D8F2-AEC3-0C5E9725C4F6}"/>
              </a:ext>
            </a:extLst>
          </p:cNvPr>
          <p:cNvGrpSpPr/>
          <p:nvPr/>
        </p:nvGrpSpPr>
        <p:grpSpPr>
          <a:xfrm>
            <a:off x="1188859" y="4112242"/>
            <a:ext cx="3048141" cy="899274"/>
            <a:chOff x="363637" y="4416136"/>
            <a:chExt cx="3048141" cy="899274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82347888-0E05-19A3-57C8-2F2D6A3645FA}"/>
                </a:ext>
              </a:extLst>
            </p:cNvPr>
            <p:cNvSpPr txBox="1"/>
            <p:nvPr/>
          </p:nvSpPr>
          <p:spPr>
            <a:xfrm>
              <a:off x="466266" y="4416136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596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598D3621-A3D8-38C4-6E8F-5C1449ACFFE9}"/>
                </a:ext>
              </a:extLst>
            </p:cNvPr>
            <p:cNvSpPr txBox="1"/>
            <p:nvPr/>
          </p:nvSpPr>
          <p:spPr>
            <a:xfrm>
              <a:off x="466266" y="4853747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983F81F9-5484-5DCC-CDF2-F78C82AF40C8}"/>
                </a:ext>
              </a:extLst>
            </p:cNvPr>
            <p:cNvSpPr txBox="1"/>
            <p:nvPr/>
          </p:nvSpPr>
          <p:spPr>
            <a:xfrm>
              <a:off x="363637" y="4853745"/>
              <a:ext cx="30481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7B7B0FDA-FF52-8652-457A-382397A0BACE}"/>
              </a:ext>
            </a:extLst>
          </p:cNvPr>
          <p:cNvGrpSpPr/>
          <p:nvPr/>
        </p:nvGrpSpPr>
        <p:grpSpPr>
          <a:xfrm>
            <a:off x="3806113" y="4112242"/>
            <a:ext cx="3048141" cy="1175555"/>
            <a:chOff x="3143051" y="4416136"/>
            <a:chExt cx="3048141" cy="1175555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EB938C98-DE3C-BFC2-4234-852314928F1D}"/>
                </a:ext>
              </a:extLst>
            </p:cNvPr>
            <p:cNvSpPr txBox="1"/>
            <p:nvPr/>
          </p:nvSpPr>
          <p:spPr>
            <a:xfrm>
              <a:off x="3344736" y="4416136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03A1A4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05FB6AAE-2A74-9DCB-6626-AD74FA6469A0}"/>
                </a:ext>
              </a:extLst>
            </p:cNvPr>
            <p:cNvSpPr txBox="1"/>
            <p:nvPr/>
          </p:nvSpPr>
          <p:spPr>
            <a:xfrm>
              <a:off x="3344736" y="4853747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0E02A333-BC68-8215-5A51-73330B596461}"/>
                </a:ext>
              </a:extLst>
            </p:cNvPr>
            <p:cNvSpPr txBox="1"/>
            <p:nvPr/>
          </p:nvSpPr>
          <p:spPr>
            <a:xfrm>
              <a:off x="3143051" y="5222359"/>
              <a:ext cx="30481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138B14B-155E-1317-AD10-BE79A5CFCDB4}"/>
              </a:ext>
            </a:extLst>
          </p:cNvPr>
          <p:cNvGrpSpPr/>
          <p:nvPr/>
        </p:nvGrpSpPr>
        <p:grpSpPr>
          <a:xfrm>
            <a:off x="4283972" y="4177961"/>
            <a:ext cx="5342189" cy="1109836"/>
            <a:chOff x="3897144" y="4481855"/>
            <a:chExt cx="5342189" cy="1109836"/>
          </a:xfrm>
        </p:grpSpPr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259929CF-A442-4369-B7AC-97ABEE1D1F68}"/>
                </a:ext>
              </a:extLst>
            </p:cNvPr>
            <p:cNvSpPr txBox="1"/>
            <p:nvPr/>
          </p:nvSpPr>
          <p:spPr>
            <a:xfrm>
              <a:off x="3897144" y="4481855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5D7373"/>
                  </a:solidFill>
                  <a:latin typeface="Tw Cen MT" panose="020B0602020104020603" pitchFamily="34" charset="0"/>
                </a:rPr>
                <a:t>LG BOOST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7F5191EA-17D6-DC1B-6C3D-21A4AA7535F8}"/>
                </a:ext>
              </a:extLst>
            </p:cNvPr>
            <p:cNvSpPr txBox="1"/>
            <p:nvPr/>
          </p:nvSpPr>
          <p:spPr>
            <a:xfrm>
              <a:off x="6392877" y="4853747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EEB60DB-80F7-FE60-040F-BBB2A54CD9B1}"/>
                </a:ext>
              </a:extLst>
            </p:cNvPr>
            <p:cNvSpPr txBox="1"/>
            <p:nvPr/>
          </p:nvSpPr>
          <p:spPr>
            <a:xfrm>
              <a:off x="6191192" y="5222359"/>
              <a:ext cx="30481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6113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FB753-100F-6663-CA38-F6A1A6C86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305C701C-EB3A-E7EB-A2F4-D443474BFD21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B9CE093-F36C-FC09-4087-5FC82A261D50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0810C03-28CB-5568-790D-797ADA144041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E1569D8-6DBA-BF2C-53C9-6570B567B4E9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Intro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F9B8A6AF-3AB9-68A7-C94D-2922BFF4B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15457C3-6EC5-CF73-4A80-5E43226E3F3E}"/>
              </a:ext>
            </a:extLst>
          </p:cNvPr>
          <p:cNvGrpSpPr/>
          <p:nvPr/>
        </p:nvGrpSpPr>
        <p:grpSpPr>
          <a:xfrm>
            <a:off x="226788" y="-2"/>
            <a:ext cx="11447501" cy="6858000"/>
            <a:chOff x="213096" y="0"/>
            <a:chExt cx="11447501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F10647A-3AC5-F1F1-923F-3D0ABC10C366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149691A-91FA-3480-42F6-EAF9B98C54E1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DCA259B-631A-4941-A675-5E9E8C2B10D7}"/>
                </a:ext>
              </a:extLst>
            </p:cNvPr>
            <p:cNvSpPr txBox="1"/>
            <p:nvPr/>
          </p:nvSpPr>
          <p:spPr>
            <a:xfrm rot="16200000">
              <a:off x="10341391" y="3167389"/>
              <a:ext cx="1992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Ada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275A3E76-39E2-4FAD-3F26-305911DEA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AB9B8EC-E2A6-7FBA-927D-059A6E9474F8}"/>
              </a:ext>
            </a:extLst>
          </p:cNvPr>
          <p:cNvGrpSpPr/>
          <p:nvPr/>
        </p:nvGrpSpPr>
        <p:grpSpPr>
          <a:xfrm>
            <a:off x="1184133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0005F00-7B36-275C-8119-D307B3150FA6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22F3F7B-64BF-D98A-A976-63A7A06550E6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B2CCB96-5551-C6E6-49E7-8720D28A1D45}"/>
                </a:ext>
              </a:extLst>
            </p:cNvPr>
            <p:cNvSpPr txBox="1"/>
            <p:nvPr/>
          </p:nvSpPr>
          <p:spPr>
            <a:xfrm rot="16200000">
              <a:off x="9117129" y="3251166"/>
              <a:ext cx="1992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 boost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3FE02081-05DB-1288-4BB0-32EA5EBCD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ECC29E1F-720B-ED2C-7293-89EAF475EFD2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5BECF27-51C7-09BA-3D0D-32464FC133FE}"/>
              </a:ext>
            </a:extLst>
          </p:cNvPr>
          <p:cNvGrpSpPr/>
          <p:nvPr/>
        </p:nvGrpSpPr>
        <p:grpSpPr>
          <a:xfrm>
            <a:off x="1049062" y="0"/>
            <a:ext cx="9574094" cy="6858000"/>
            <a:chOff x="491575" y="0"/>
            <a:chExt cx="9574094" cy="685800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EA37A185-C92F-FCFF-435D-9509BB0C275A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8BB82159-9761-0E97-3DD2-E9E217CFC812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185C3AE-214D-CE1F-500D-9BD8AB34D270}"/>
                </a:ext>
              </a:extLst>
            </p:cNvPr>
            <p:cNvSpPr txBox="1"/>
            <p:nvPr/>
          </p:nvSpPr>
          <p:spPr>
            <a:xfrm rot="16200000">
              <a:off x="8746453" y="3220388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LG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61741CB8-9FFA-2799-38F2-5B4CF4653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14D339F-3874-6D73-14C6-146D8E4770A8}"/>
              </a:ext>
            </a:extLst>
          </p:cNvPr>
          <p:cNvGrpSpPr/>
          <p:nvPr/>
        </p:nvGrpSpPr>
        <p:grpSpPr>
          <a:xfrm>
            <a:off x="-7638543" y="-1"/>
            <a:ext cx="8692331" cy="6858000"/>
            <a:chOff x="718505" y="-1"/>
            <a:chExt cx="8692331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F6F344B1-A7E1-1510-920F-7745AD14E318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3E48ED9C-468F-A471-4535-BCC7979BFFCF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1932DE4-6F5A-2B80-8ACD-2F7C0197F229}"/>
                </a:ext>
              </a:extLst>
            </p:cNvPr>
            <p:cNvSpPr txBox="1"/>
            <p:nvPr/>
          </p:nvSpPr>
          <p:spPr>
            <a:xfrm rot="16200000">
              <a:off x="8091629" y="3312719"/>
              <a:ext cx="19920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XG, LG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D199A4AE-B62C-E780-E883-1C6AD250A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C5BA264-0F72-8B7D-E534-EEF6024B14AE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D8BF3F30-754D-4D08-4CEF-5A2FCAAB84A2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5188B1C-C947-EFD6-AFA4-8072BDCA0B6D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EC57FAD-1ACC-F66A-CA6B-D75BBDE6281A}"/>
                </a:ext>
              </a:extLst>
            </p:cNvPr>
            <p:cNvSpPr txBox="1"/>
            <p:nvPr/>
          </p:nvSpPr>
          <p:spPr>
            <a:xfrm rot="16200000">
              <a:off x="-738260" y="3220386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Summary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A7DC893F-43D2-83CF-60C5-3F69C39A8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978FA86-BD7F-C6A2-373B-50E9FA41C994}"/>
              </a:ext>
            </a:extLst>
          </p:cNvPr>
          <p:cNvGrpSpPr/>
          <p:nvPr/>
        </p:nvGrpSpPr>
        <p:grpSpPr>
          <a:xfrm>
            <a:off x="1188859" y="4112242"/>
            <a:ext cx="3048141" cy="899274"/>
            <a:chOff x="363637" y="4416136"/>
            <a:chExt cx="3048141" cy="899274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9AE9BA0-3AFD-58F2-9896-EBF16DFF99C6}"/>
                </a:ext>
              </a:extLst>
            </p:cNvPr>
            <p:cNvSpPr txBox="1"/>
            <p:nvPr/>
          </p:nvSpPr>
          <p:spPr>
            <a:xfrm>
              <a:off x="466266" y="4416136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596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3D4D0C7D-F118-CA48-CC10-4DB4894BD7ED}"/>
                </a:ext>
              </a:extLst>
            </p:cNvPr>
            <p:cNvSpPr txBox="1"/>
            <p:nvPr/>
          </p:nvSpPr>
          <p:spPr>
            <a:xfrm>
              <a:off x="466266" y="4853747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5FA9A0A5-1EC5-8726-26AE-66EC77B6142B}"/>
                </a:ext>
              </a:extLst>
            </p:cNvPr>
            <p:cNvSpPr txBox="1"/>
            <p:nvPr/>
          </p:nvSpPr>
          <p:spPr>
            <a:xfrm>
              <a:off x="363637" y="4853745"/>
              <a:ext cx="30481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DFD5656-54EC-CBF8-D2A5-32B8CB2553DE}"/>
              </a:ext>
            </a:extLst>
          </p:cNvPr>
          <p:cNvGrpSpPr/>
          <p:nvPr/>
        </p:nvGrpSpPr>
        <p:grpSpPr>
          <a:xfrm>
            <a:off x="3806113" y="4112242"/>
            <a:ext cx="3048141" cy="1175555"/>
            <a:chOff x="3143051" y="4416136"/>
            <a:chExt cx="3048141" cy="1175555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E1E6B6D4-2949-2536-00CB-E8887938515B}"/>
                </a:ext>
              </a:extLst>
            </p:cNvPr>
            <p:cNvSpPr txBox="1"/>
            <p:nvPr/>
          </p:nvSpPr>
          <p:spPr>
            <a:xfrm>
              <a:off x="3344736" y="4416136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03A1A4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344AE18E-6C16-28E6-3B35-A71118D0E88E}"/>
                </a:ext>
              </a:extLst>
            </p:cNvPr>
            <p:cNvSpPr txBox="1"/>
            <p:nvPr/>
          </p:nvSpPr>
          <p:spPr>
            <a:xfrm>
              <a:off x="3344736" y="4853747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7496403-D48D-9879-468B-010493AB56F4}"/>
                </a:ext>
              </a:extLst>
            </p:cNvPr>
            <p:cNvSpPr txBox="1"/>
            <p:nvPr/>
          </p:nvSpPr>
          <p:spPr>
            <a:xfrm>
              <a:off x="3143051" y="5222359"/>
              <a:ext cx="30481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pic>
        <p:nvPicPr>
          <p:cNvPr id="3" name="Picture 2" descr="A diagram of different colors&#10;&#10;AI-generated content may be incorrect.">
            <a:extLst>
              <a:ext uri="{FF2B5EF4-FFF2-40B4-BE49-F238E27FC236}">
                <a16:creationId xmlns:a16="http://schemas.microsoft.com/office/drawing/2014/main" id="{78F91871-0A2C-57A4-1F0F-0D3FB0AEBD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52" t="20237" r="35159" b="22897"/>
          <a:stretch>
            <a:fillRect/>
          </a:stretch>
        </p:blipFill>
        <p:spPr>
          <a:xfrm>
            <a:off x="3855966" y="1387928"/>
            <a:ext cx="4049430" cy="403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332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89246-1BD3-2F43-7A6F-B8E7F3AD2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05C668CC-B8D8-8EA5-5179-472B0B4645AF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18486B4-3FBB-B474-B520-F68693BC5894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AF4508-6FDD-1102-0418-BCB663327E4B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39BC503-346A-FC03-23F1-30E9F5F10690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Intro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6123345D-1176-32F0-589B-172985AFD7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AD942B0-23A1-6A85-A45C-83845DDAFC6F}"/>
              </a:ext>
            </a:extLst>
          </p:cNvPr>
          <p:cNvGrpSpPr/>
          <p:nvPr/>
        </p:nvGrpSpPr>
        <p:grpSpPr>
          <a:xfrm>
            <a:off x="226788" y="-2"/>
            <a:ext cx="11447501" cy="6858000"/>
            <a:chOff x="213096" y="0"/>
            <a:chExt cx="11447501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D0DDEBD-9C2C-6809-137C-C9FC7870A78B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D61F5B7-C9AE-D2F4-D054-7D073CFE7C00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51B2F4E-CB13-9FB0-F1A8-414B0F82B346}"/>
                </a:ext>
              </a:extLst>
            </p:cNvPr>
            <p:cNvSpPr txBox="1"/>
            <p:nvPr/>
          </p:nvSpPr>
          <p:spPr>
            <a:xfrm rot="16200000">
              <a:off x="10341391" y="3167389"/>
              <a:ext cx="1992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Ada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DCADB00A-A8FF-C32D-5336-379408FEF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032355B-40EB-1E85-4A92-D0F9F01922C5}"/>
              </a:ext>
            </a:extLst>
          </p:cNvPr>
          <p:cNvGrpSpPr/>
          <p:nvPr/>
        </p:nvGrpSpPr>
        <p:grpSpPr>
          <a:xfrm>
            <a:off x="1184133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79E24C5-345F-6C26-C2FF-6E6CA9179492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B4816AD-0FE6-B9AC-40B0-15357A6DF1F8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7A0F2B7-49B6-4B47-A45B-EB840B80F325}"/>
                </a:ext>
              </a:extLst>
            </p:cNvPr>
            <p:cNvSpPr txBox="1"/>
            <p:nvPr/>
          </p:nvSpPr>
          <p:spPr>
            <a:xfrm rot="16200000">
              <a:off x="9117129" y="3251166"/>
              <a:ext cx="1992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 boost 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806653E9-46B6-5003-0763-FFE26AA65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C6A3C07E-8EA7-CF03-AEE3-A1807FDFFD51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BBB4FE9-1118-33DC-86E6-7B45073BAFCE}"/>
              </a:ext>
            </a:extLst>
          </p:cNvPr>
          <p:cNvGrpSpPr/>
          <p:nvPr/>
        </p:nvGrpSpPr>
        <p:grpSpPr>
          <a:xfrm>
            <a:off x="1049062" y="0"/>
            <a:ext cx="9574094" cy="6858000"/>
            <a:chOff x="491575" y="0"/>
            <a:chExt cx="9574094" cy="685800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28F63B35-E19B-69A5-BF14-17D9081F2C08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29D69B9-40F9-AF77-4FD6-1F6F2FD45082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126E29E3-6F2B-F004-01DA-F95C7072C213}"/>
                </a:ext>
              </a:extLst>
            </p:cNvPr>
            <p:cNvSpPr txBox="1"/>
            <p:nvPr/>
          </p:nvSpPr>
          <p:spPr>
            <a:xfrm rot="16200000">
              <a:off x="8746453" y="3220388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LG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ECCE8EED-3ECD-9C50-195D-44355DC42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B54307C-6CD3-9D54-269F-036231B1FDE6}"/>
              </a:ext>
            </a:extLst>
          </p:cNvPr>
          <p:cNvGrpSpPr/>
          <p:nvPr/>
        </p:nvGrpSpPr>
        <p:grpSpPr>
          <a:xfrm>
            <a:off x="-7638543" y="-1"/>
            <a:ext cx="8692331" cy="6858000"/>
            <a:chOff x="718505" y="-1"/>
            <a:chExt cx="8692331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E8DDEF4-BD08-FFF6-E0BE-EBE1E041EF68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3D32E2B3-FF6E-D7F1-664F-0CBA84FA1BA8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8A602EC-8714-F134-0D6E-34C6562DB646}"/>
                </a:ext>
              </a:extLst>
            </p:cNvPr>
            <p:cNvSpPr txBox="1"/>
            <p:nvPr/>
          </p:nvSpPr>
          <p:spPr>
            <a:xfrm rot="16200000">
              <a:off x="8091629" y="3312719"/>
              <a:ext cx="19920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XG, LG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A74B86CB-DB9D-50CA-264D-C92CB4A863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615BD0B-723E-0B1C-7E93-BE23412F20E8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CC34CF6C-5C50-D981-D540-CE6FC1AA4D5C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86B1959-0A10-F80B-BDDE-454E53CC7BA7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6518E74-F5C0-595C-0241-2974323E2C45}"/>
                </a:ext>
              </a:extLst>
            </p:cNvPr>
            <p:cNvSpPr txBox="1"/>
            <p:nvPr/>
          </p:nvSpPr>
          <p:spPr>
            <a:xfrm rot="16200000">
              <a:off x="-738260" y="3220386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Summary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03A3AAAF-2988-0954-7406-63E8A77A4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8E67D79-A92A-7D5C-BA20-EA7B8EC5ED1D}"/>
              </a:ext>
            </a:extLst>
          </p:cNvPr>
          <p:cNvGrpSpPr/>
          <p:nvPr/>
        </p:nvGrpSpPr>
        <p:grpSpPr>
          <a:xfrm>
            <a:off x="1188859" y="4112242"/>
            <a:ext cx="3048141" cy="899274"/>
            <a:chOff x="363637" y="4416136"/>
            <a:chExt cx="3048141" cy="899274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28C9331-4078-0B31-D3A2-24D4C4F00336}"/>
                </a:ext>
              </a:extLst>
            </p:cNvPr>
            <p:cNvSpPr txBox="1"/>
            <p:nvPr/>
          </p:nvSpPr>
          <p:spPr>
            <a:xfrm>
              <a:off x="466266" y="4416136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596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49B66CD7-682C-9AAF-4655-59F03A2FC42E}"/>
                </a:ext>
              </a:extLst>
            </p:cNvPr>
            <p:cNvSpPr txBox="1"/>
            <p:nvPr/>
          </p:nvSpPr>
          <p:spPr>
            <a:xfrm>
              <a:off x="466266" y="4853747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46359A6E-2C74-A5A1-B238-FC42307CBDDD}"/>
                </a:ext>
              </a:extLst>
            </p:cNvPr>
            <p:cNvSpPr txBox="1"/>
            <p:nvPr/>
          </p:nvSpPr>
          <p:spPr>
            <a:xfrm>
              <a:off x="363637" y="4853745"/>
              <a:ext cx="30481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E2076924-D1D3-A4DA-2DFE-93959CFBC751}"/>
              </a:ext>
            </a:extLst>
          </p:cNvPr>
          <p:cNvGrpSpPr/>
          <p:nvPr/>
        </p:nvGrpSpPr>
        <p:grpSpPr>
          <a:xfrm>
            <a:off x="3806113" y="4112242"/>
            <a:ext cx="3048141" cy="1175555"/>
            <a:chOff x="3143051" y="4416136"/>
            <a:chExt cx="3048141" cy="1175555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1B1202E4-5309-16B0-9C9B-F4323AF68BB5}"/>
                </a:ext>
              </a:extLst>
            </p:cNvPr>
            <p:cNvSpPr txBox="1"/>
            <p:nvPr/>
          </p:nvSpPr>
          <p:spPr>
            <a:xfrm>
              <a:off x="3344736" y="4416136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03A1A4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DA9950A-445E-ABA3-6D67-5C96A1472393}"/>
                </a:ext>
              </a:extLst>
            </p:cNvPr>
            <p:cNvSpPr txBox="1"/>
            <p:nvPr/>
          </p:nvSpPr>
          <p:spPr>
            <a:xfrm>
              <a:off x="3344736" y="4853747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BAE7B947-E8B0-A5C1-7E90-16EE28DE4231}"/>
                </a:ext>
              </a:extLst>
            </p:cNvPr>
            <p:cNvSpPr txBox="1"/>
            <p:nvPr/>
          </p:nvSpPr>
          <p:spPr>
            <a:xfrm>
              <a:off x="3143051" y="5222359"/>
              <a:ext cx="30481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pic>
        <p:nvPicPr>
          <p:cNvPr id="3" name="Picture 2" descr="A diagram of a tree and light graph&#10;&#10;AI-generated content may be incorrect.">
            <a:extLst>
              <a:ext uri="{FF2B5EF4-FFF2-40B4-BE49-F238E27FC236}">
                <a16:creationId xmlns:a16="http://schemas.microsoft.com/office/drawing/2014/main" id="{DCDF92EE-1B58-6140-B9B4-2376C68F0D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16" t="13393" r="4315" b="10417"/>
          <a:stretch>
            <a:fillRect/>
          </a:stretch>
        </p:blipFill>
        <p:spPr>
          <a:xfrm>
            <a:off x="3668050" y="1422714"/>
            <a:ext cx="4425078" cy="418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648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10781169-B7A4-446E-BD33-B9650367A7F9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ED3AF08-30FC-4AFF-9C5C-99D0A7099514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9AF1FBA-9557-484A-B305-EE590A192E96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07E3AA2-679E-4924-AC1B-FE6C3A02C251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Intro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CD9846FC-755F-4A0E-BAD3-A5D51C0E1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00A67C9-4929-4EFF-9CB6-292640CD2738}"/>
              </a:ext>
            </a:extLst>
          </p:cNvPr>
          <p:cNvGrpSpPr/>
          <p:nvPr/>
        </p:nvGrpSpPr>
        <p:grpSpPr>
          <a:xfrm>
            <a:off x="226788" y="-2"/>
            <a:ext cx="11447501" cy="6858000"/>
            <a:chOff x="213096" y="0"/>
            <a:chExt cx="11447501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E8CDB02-4760-4298-BC44-93A18EB02F13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7C0FD50-5E69-463E-A01B-65E9D864A386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4CBFB1D-37FD-419F-B98C-860BF5217905}"/>
                </a:ext>
              </a:extLst>
            </p:cNvPr>
            <p:cNvSpPr txBox="1"/>
            <p:nvPr/>
          </p:nvSpPr>
          <p:spPr>
            <a:xfrm rot="16200000">
              <a:off x="10341391" y="3167389"/>
              <a:ext cx="1992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Ada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60B383F7-52C5-4FB7-AEC3-35A48D735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F7667A6-1C16-4F0A-A162-61BD16E6BE6B}"/>
              </a:ext>
            </a:extLst>
          </p:cNvPr>
          <p:cNvGrpSpPr/>
          <p:nvPr/>
        </p:nvGrpSpPr>
        <p:grpSpPr>
          <a:xfrm>
            <a:off x="1184133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E8C29A9-4AAB-442C-A7A4-40DCCE0A9694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1520FE7-5699-4290-9C3C-51E0C60ECC6B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FD50D6F-822B-4109-8B0C-BA004A0B7145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 boost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0376C61F-147B-441E-B32E-45D5BC1B6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990CE96C-B0E8-49CB-B717-EBFFECB66027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E70D3F9-D583-4ACD-8480-0F4A65ED3C83}"/>
              </a:ext>
            </a:extLst>
          </p:cNvPr>
          <p:cNvGrpSpPr/>
          <p:nvPr/>
        </p:nvGrpSpPr>
        <p:grpSpPr>
          <a:xfrm>
            <a:off x="1049062" y="0"/>
            <a:ext cx="9574094" cy="6858000"/>
            <a:chOff x="491575" y="0"/>
            <a:chExt cx="9574094" cy="685800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21108FC-08B5-45CC-AB47-1104119B25FD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96A47C8C-7F88-484E-817B-572BEDC2BC69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3DB5570-AC77-4396-9748-4183DF7C8396}"/>
                </a:ext>
              </a:extLst>
            </p:cNvPr>
            <p:cNvSpPr txBox="1"/>
            <p:nvPr/>
          </p:nvSpPr>
          <p:spPr>
            <a:xfrm rot="16200000">
              <a:off x="8746453" y="3220388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Workflow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F6ED4041-CDD9-443D-802E-47D438790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7044FAB-DB4A-4E59-B111-8CA4168E7FA4}"/>
              </a:ext>
            </a:extLst>
          </p:cNvPr>
          <p:cNvGrpSpPr/>
          <p:nvPr/>
        </p:nvGrpSpPr>
        <p:grpSpPr>
          <a:xfrm>
            <a:off x="-1780364" y="-1"/>
            <a:ext cx="12322385" cy="6858000"/>
            <a:chOff x="-2449883" y="-1"/>
            <a:chExt cx="12322385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24F072A-08CC-4CC6-B5EF-C1833A244FA3}"/>
                </a:ext>
              </a:extLst>
            </p:cNvPr>
            <p:cNvSpPr/>
            <p:nvPr/>
          </p:nvSpPr>
          <p:spPr>
            <a:xfrm>
              <a:off x="-2449883" y="-1"/>
              <a:ext cx="118607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3C6C4A9-8B6A-429B-980E-26CD0C3A573E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58AC381-BFD1-4A89-AE49-8ADC853A6849}"/>
                </a:ext>
              </a:extLst>
            </p:cNvPr>
            <p:cNvSpPr txBox="1"/>
            <p:nvPr/>
          </p:nvSpPr>
          <p:spPr>
            <a:xfrm rot="16200000">
              <a:off x="8091629" y="2727945"/>
              <a:ext cx="199208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0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  <a:p>
              <a:pPr algn="ctr"/>
              <a:endParaRPr lang="en-US" sz="20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  <a:p>
              <a:pPr algn="ctr"/>
              <a:r>
                <a:rPr lang="en-US" sz="20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XG, LG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  <a:p>
              <a:pPr algn="ctr"/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9DF2E944-82FA-495B-8A5C-9BDE26355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0E31D48-090A-4A9C-AF5C-4B0C49C47C7D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A79A714-CB74-4EFD-9BC1-A7F2F993842A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006C60A-833A-41C2-A553-8132E7B3A7DB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5AECC6C-A520-4756-9163-08D14835D791}"/>
                </a:ext>
              </a:extLst>
            </p:cNvPr>
            <p:cNvSpPr txBox="1"/>
            <p:nvPr/>
          </p:nvSpPr>
          <p:spPr>
            <a:xfrm rot="16200000">
              <a:off x="-738260" y="3220386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Summary</a:t>
              </a: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0F8A56B9-A504-4035-8439-53ED4617B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pic>
        <p:nvPicPr>
          <p:cNvPr id="3" name="Picture 2" descr="A diagram of a tree growth&#10;&#10;AI-generated content may be incorrect.">
            <a:extLst>
              <a:ext uri="{FF2B5EF4-FFF2-40B4-BE49-F238E27FC236}">
                <a16:creationId xmlns:a16="http://schemas.microsoft.com/office/drawing/2014/main" id="{9E6B3EA0-2BB7-7DB6-002F-1CC88A9D08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004887"/>
            <a:ext cx="7846536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959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10781169-B7A4-446E-BD33-B9650367A7F9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ED3AF08-30FC-4AFF-9C5C-99D0A7099514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9AF1FBA-9557-484A-B305-EE590A192E96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07E3AA2-679E-4924-AC1B-FE6C3A02C251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Intro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CD9846FC-755F-4A0E-BAD3-A5D51C0E1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00A67C9-4929-4EFF-9CB6-292640CD2738}"/>
              </a:ext>
            </a:extLst>
          </p:cNvPr>
          <p:cNvGrpSpPr/>
          <p:nvPr/>
        </p:nvGrpSpPr>
        <p:grpSpPr>
          <a:xfrm>
            <a:off x="226788" y="-2"/>
            <a:ext cx="11447501" cy="6858000"/>
            <a:chOff x="213096" y="0"/>
            <a:chExt cx="11447501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E8CDB02-4760-4298-BC44-93A18EB02F13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7C0FD50-5E69-463E-A01B-65E9D864A386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4CBFB1D-37FD-419F-B98C-860BF5217905}"/>
                </a:ext>
              </a:extLst>
            </p:cNvPr>
            <p:cNvSpPr txBox="1"/>
            <p:nvPr/>
          </p:nvSpPr>
          <p:spPr>
            <a:xfrm rot="16200000">
              <a:off x="10341391" y="3167389"/>
              <a:ext cx="1992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Ada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60B383F7-52C5-4FB7-AEC3-35A48D735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F7667A6-1C16-4F0A-A162-61BD16E6BE6B}"/>
              </a:ext>
            </a:extLst>
          </p:cNvPr>
          <p:cNvGrpSpPr/>
          <p:nvPr/>
        </p:nvGrpSpPr>
        <p:grpSpPr>
          <a:xfrm>
            <a:off x="1184133" y="0"/>
            <a:ext cx="10037095" cy="6858000"/>
            <a:chOff x="491575" y="0"/>
            <a:chExt cx="10037095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E8C29A9-4AAB-442C-A7A4-40DCCE0A9694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1520FE7-5699-4290-9C3C-51E0C60ECC6B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FD50D6F-822B-4109-8B0C-BA004A0B7145}"/>
                </a:ext>
              </a:extLst>
            </p:cNvPr>
            <p:cNvSpPr txBox="1"/>
            <p:nvPr/>
          </p:nvSpPr>
          <p:spPr>
            <a:xfrm rot="16200000">
              <a:off x="9117129" y="3097277"/>
              <a:ext cx="199208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  <a:p>
              <a:pPr algn="ctr"/>
              <a:r>
                <a:rPr lang="en-US" sz="24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0376C61F-147B-441E-B32E-45D5BC1B6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E70D3F9-D583-4ACD-8480-0F4A65ED3C83}"/>
              </a:ext>
            </a:extLst>
          </p:cNvPr>
          <p:cNvGrpSpPr/>
          <p:nvPr/>
        </p:nvGrpSpPr>
        <p:grpSpPr>
          <a:xfrm>
            <a:off x="1049062" y="0"/>
            <a:ext cx="9574094" cy="6858000"/>
            <a:chOff x="491575" y="0"/>
            <a:chExt cx="9574094" cy="685800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21108FC-08B5-45CC-AB47-1104119B25FD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96A47C8C-7F88-484E-817B-572BEDC2BC69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3DB5570-AC77-4396-9748-4183DF7C8396}"/>
                </a:ext>
              </a:extLst>
            </p:cNvPr>
            <p:cNvSpPr txBox="1"/>
            <p:nvPr/>
          </p:nvSpPr>
          <p:spPr>
            <a:xfrm rot="16200000">
              <a:off x="8746453" y="3189610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LG boost</a:t>
              </a: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F6ED4041-CDD9-443D-802E-47D438790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7044FAB-DB4A-4E59-B111-8CA4168E7FA4}"/>
              </a:ext>
            </a:extLst>
          </p:cNvPr>
          <p:cNvGrpSpPr/>
          <p:nvPr/>
        </p:nvGrpSpPr>
        <p:grpSpPr>
          <a:xfrm>
            <a:off x="-1780364" y="-1"/>
            <a:ext cx="11860720" cy="6858000"/>
            <a:chOff x="-2449883" y="-1"/>
            <a:chExt cx="11860720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24F072A-08CC-4CC6-B5EF-C1833A244FA3}"/>
                </a:ext>
              </a:extLst>
            </p:cNvPr>
            <p:cNvSpPr/>
            <p:nvPr/>
          </p:nvSpPr>
          <p:spPr>
            <a:xfrm>
              <a:off x="-2449883" y="-1"/>
              <a:ext cx="118607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3C6C4A9-8B6A-429B-980E-26CD0C3A573E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58AC381-BFD1-4A89-AE49-8ADC853A6849}"/>
                </a:ext>
              </a:extLst>
            </p:cNvPr>
            <p:cNvSpPr txBox="1"/>
            <p:nvPr/>
          </p:nvSpPr>
          <p:spPr>
            <a:xfrm rot="16200000">
              <a:off x="8091629" y="3312718"/>
              <a:ext cx="19920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XG, LG boost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9DF2E944-82FA-495B-8A5C-9BDE26355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0E31D48-090A-4A9C-AF5C-4B0C49C47C7D}"/>
              </a:ext>
            </a:extLst>
          </p:cNvPr>
          <p:cNvGrpSpPr/>
          <p:nvPr/>
        </p:nvGrpSpPr>
        <p:grpSpPr>
          <a:xfrm>
            <a:off x="-1777881" y="0"/>
            <a:ext cx="11335017" cy="6858000"/>
            <a:chOff x="-10744545" y="-1"/>
            <a:chExt cx="11335017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A79A714-CB74-4EFD-9BC1-A7F2F993842A}"/>
                </a:ext>
              </a:extLst>
            </p:cNvPr>
            <p:cNvSpPr/>
            <p:nvPr/>
          </p:nvSpPr>
          <p:spPr>
            <a:xfrm>
              <a:off x="-10744545" y="-1"/>
              <a:ext cx="11331017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006C60A-833A-41C2-A553-8132E7B3A7DB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5AECC6C-A520-4756-9163-08D14835D791}"/>
                </a:ext>
              </a:extLst>
            </p:cNvPr>
            <p:cNvSpPr txBox="1"/>
            <p:nvPr/>
          </p:nvSpPr>
          <p:spPr>
            <a:xfrm rot="16200000">
              <a:off x="-738260" y="3220386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Summary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0F8A56B9-A504-4035-8439-53ED4617B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E8FADE7-5D32-410A-A514-EBA4D18E520D}"/>
              </a:ext>
            </a:extLst>
          </p:cNvPr>
          <p:cNvGrpSpPr/>
          <p:nvPr/>
        </p:nvGrpSpPr>
        <p:grpSpPr>
          <a:xfrm>
            <a:off x="522514" y="3966907"/>
            <a:ext cx="2336800" cy="1323439"/>
            <a:chOff x="979714" y="4445001"/>
            <a:chExt cx="2336800" cy="1323439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8855102-5892-4791-81C6-1D3099286A62}"/>
                </a:ext>
              </a:extLst>
            </p:cNvPr>
            <p:cNvSpPr txBox="1"/>
            <p:nvPr/>
          </p:nvSpPr>
          <p:spPr>
            <a:xfrm>
              <a:off x="979714" y="4445001"/>
              <a:ext cx="23368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3A1A4"/>
                  </a:solidFill>
                  <a:latin typeface="Tw Cen MT" panose="020B0602020104020603" pitchFamily="34" charset="0"/>
                </a:rPr>
                <a:t>A technique that improves a weak model step-by-step to make it strong.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2001AFB-5833-4302-85EB-700F4F764C00}"/>
                </a:ext>
              </a:extLst>
            </p:cNvPr>
            <p:cNvSpPr txBox="1"/>
            <p:nvPr/>
          </p:nvSpPr>
          <p:spPr>
            <a:xfrm>
              <a:off x="979714" y="5127358"/>
              <a:ext cx="2336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D82C6EF-E9DE-4923-8019-398DA581487A}"/>
              </a:ext>
            </a:extLst>
          </p:cNvPr>
          <p:cNvGrpSpPr/>
          <p:nvPr/>
        </p:nvGrpSpPr>
        <p:grpSpPr>
          <a:xfrm>
            <a:off x="3172584" y="3966907"/>
            <a:ext cx="2336800" cy="1323439"/>
            <a:chOff x="3629784" y="4445001"/>
            <a:chExt cx="2336800" cy="1323439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AC3DF4E-CC11-4211-B94C-CFD06DD21505}"/>
                </a:ext>
              </a:extLst>
            </p:cNvPr>
            <p:cNvSpPr txBox="1"/>
            <p:nvPr/>
          </p:nvSpPr>
          <p:spPr>
            <a:xfrm>
              <a:off x="3629784" y="4445001"/>
              <a:ext cx="23368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EF3078"/>
                  </a:solidFill>
                  <a:latin typeface="Tw Cen MT" panose="020B0602020104020603" pitchFamily="34" charset="0"/>
                </a:rPr>
                <a:t>A smart method that grows many strong trees to give the best prediction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47D5A51-0B28-44B2-9458-2EC47846B480}"/>
                </a:ext>
              </a:extLst>
            </p:cNvPr>
            <p:cNvSpPr txBox="1"/>
            <p:nvPr/>
          </p:nvSpPr>
          <p:spPr>
            <a:xfrm>
              <a:off x="3629784" y="5127358"/>
              <a:ext cx="2336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EEA83BA-280C-4216-B80C-C3082D2456C8}"/>
              </a:ext>
            </a:extLst>
          </p:cNvPr>
          <p:cNvGrpSpPr/>
          <p:nvPr/>
        </p:nvGrpSpPr>
        <p:grpSpPr>
          <a:xfrm>
            <a:off x="5822654" y="3966907"/>
            <a:ext cx="2336800" cy="1631216"/>
            <a:chOff x="6279854" y="4445001"/>
            <a:chExt cx="2336800" cy="1631216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6D3A4AD-1059-4193-95F4-99D7FB3C3390}"/>
                </a:ext>
              </a:extLst>
            </p:cNvPr>
            <p:cNvSpPr txBox="1"/>
            <p:nvPr/>
          </p:nvSpPr>
          <p:spPr>
            <a:xfrm>
              <a:off x="6279854" y="4445001"/>
              <a:ext cx="233680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92D050"/>
                  </a:solidFill>
                  <a:latin typeface="Tw Cen MT" panose="020B0602020104020603" pitchFamily="34" charset="0"/>
                </a:rPr>
                <a:t>A fast algorithm that grows decision trees to make quick and accurate prediction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D2CAFD3-83DC-4745-BD2C-AA8DD0D735B7}"/>
                </a:ext>
              </a:extLst>
            </p:cNvPr>
            <p:cNvSpPr txBox="1"/>
            <p:nvPr/>
          </p:nvSpPr>
          <p:spPr>
            <a:xfrm>
              <a:off x="6279854" y="5127358"/>
              <a:ext cx="2336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43" name="Oval 42">
            <a:extLst>
              <a:ext uri="{FF2B5EF4-FFF2-40B4-BE49-F238E27FC236}">
                <a16:creationId xmlns:a16="http://schemas.microsoft.com/office/drawing/2014/main" id="{4759DD56-9161-4A22-8660-0AAFD5155B24}"/>
              </a:ext>
            </a:extLst>
          </p:cNvPr>
          <p:cNvSpPr/>
          <p:nvPr/>
        </p:nvSpPr>
        <p:spPr>
          <a:xfrm>
            <a:off x="3439718" y="1875469"/>
            <a:ext cx="1802532" cy="1802532"/>
          </a:xfrm>
          <a:prstGeom prst="ellipse">
            <a:avLst/>
          </a:prstGeom>
          <a:solidFill>
            <a:srgbClr val="EF3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 Black" panose="020B0A04020102020204" pitchFamily="34" charset="0"/>
              </a:rPr>
              <a:t>XG BOOST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A516301-84E4-4DC6-A056-8024955CA570}"/>
              </a:ext>
            </a:extLst>
          </p:cNvPr>
          <p:cNvSpPr/>
          <p:nvPr/>
        </p:nvSpPr>
        <p:spPr>
          <a:xfrm>
            <a:off x="6038027" y="1869840"/>
            <a:ext cx="1813790" cy="181379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LG BOOST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64BCF60-284B-4512-A374-E284A563EFB1}"/>
              </a:ext>
            </a:extLst>
          </p:cNvPr>
          <p:cNvSpPr/>
          <p:nvPr/>
        </p:nvSpPr>
        <p:spPr>
          <a:xfrm>
            <a:off x="789648" y="1875469"/>
            <a:ext cx="1802532" cy="1802532"/>
          </a:xfrm>
          <a:prstGeom prst="ellipse">
            <a:avLst/>
          </a:prstGeom>
          <a:solidFill>
            <a:srgbClr val="03A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ADA BOOST</a:t>
            </a:r>
          </a:p>
        </p:txBody>
      </p:sp>
    </p:spTree>
    <p:extLst>
      <p:ext uri="{BB962C8B-B14F-4D97-AF65-F5344CB8AC3E}">
        <p14:creationId xmlns:p14="http://schemas.microsoft.com/office/powerpoint/2010/main" val="1327239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">
        <p159:morph option="byObject"/>
      </p:transition>
    </mc:Choice>
    <mc:Fallback xmlns="">
      <p:transition spd="med" advClick="0" advTm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6" grpId="0" animBg="1"/>
      <p:bldP spid="4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Presentation1</Template>
  <TotalTime>227</TotalTime>
  <Words>226</Words>
  <Application>Microsoft Office PowerPoint</Application>
  <PresentationFormat>Widescreen</PresentationFormat>
  <Paragraphs>104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Arial Black</vt:lpstr>
      <vt:lpstr>Times New Roman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Apollo - 13</dc:creator>
  <cp:lastModifiedBy>Apollo - 13</cp:lastModifiedBy>
  <cp:revision>4</cp:revision>
  <dcterms:created xsi:type="dcterms:W3CDTF">2025-11-13T12:41:30Z</dcterms:created>
  <dcterms:modified xsi:type="dcterms:W3CDTF">2025-11-15T09:51:46Z</dcterms:modified>
</cp:coreProperties>
</file>